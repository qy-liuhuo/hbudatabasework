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4"/>
  </p:notesMasterIdLst>
  <p:handoutMasterIdLst>
    <p:handoutMasterId r:id="rId25"/>
  </p:handoutMasterIdLst>
  <p:sldIdLst>
    <p:sldId id="256" r:id="rId3"/>
    <p:sldId id="258" r:id="rId4"/>
    <p:sldId id="259" r:id="rId5"/>
    <p:sldId id="264" r:id="rId6"/>
    <p:sldId id="282" r:id="rId7"/>
    <p:sldId id="283" r:id="rId8"/>
    <p:sldId id="284" r:id="rId9"/>
    <p:sldId id="260" r:id="rId10"/>
    <p:sldId id="267" r:id="rId11"/>
    <p:sldId id="268" r:id="rId12"/>
    <p:sldId id="286" r:id="rId13"/>
    <p:sldId id="287" r:id="rId14"/>
    <p:sldId id="261" r:id="rId15"/>
    <p:sldId id="272" r:id="rId16"/>
    <p:sldId id="290" r:id="rId17"/>
    <p:sldId id="273" r:id="rId18"/>
    <p:sldId id="289" r:id="rId19"/>
    <p:sldId id="275" r:id="rId20"/>
    <p:sldId id="262" r:id="rId21"/>
    <p:sldId id="276" r:id="rId22"/>
    <p:sldId id="25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ABFA"/>
    <a:srgbClr val="3B5AA7"/>
    <a:srgbClr val="3A46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91" d="100"/>
          <a:sy n="91" d="100"/>
        </p:scale>
        <p:origin x="271" y="38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-942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8AF44-0FD5-4F0C-9CBA-14197BA9DC5E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AC3857-4F6B-4FC8-BF9C-ACF840D0DB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296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1DBE040D-060C-4640-8ACD-B53BFA7FF244}" type="datetimeFigureOut">
              <a:rPr lang="zh-CN" altLang="en-US" smtClean="0"/>
              <a:pPr/>
              <a:t>2021/4/28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9D3D92AC-EF54-49CB-A240-8BD7898E092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8316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ABF4B-3B13-4E07-B694-CB578771C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A3EB767-C27E-424A-9375-571C776E8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B4D3F3-1F6E-4F65-BB6F-D18E6DE0F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9364-6A04-44A7-96AF-B91F71FF6544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283F1D-F162-48E2-AE5E-43664B3CB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DFC1D4-5681-467A-BA6C-5BD4CB29C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F1E3A-AC13-472C-A577-896DB96DF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804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047D80-9C98-4A3D-9D9B-5A7040DDE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76F0DE-751D-4D2E-BC70-8CC8CC1EA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78B6F8-179F-4047-A4C4-EDCD8A8F5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9364-6A04-44A7-96AF-B91F71FF6544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33A28A-E6D4-45B4-B544-B5481795C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0E8666-5346-4A1D-B2BD-D7764BB70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F1E3A-AC13-472C-A577-896DB96DF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21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DEE04F-AC8C-4ED6-832B-003BDA095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3584E5-C245-47BE-A66E-99F9F83D8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749A67-B753-4AAE-8E8E-C6D9E27E9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9364-6A04-44A7-96AF-B91F71FF6544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A20E15-BDCB-47DB-8894-8A9649447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58F240-4B87-4C83-A543-8609C50E8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F1E3A-AC13-472C-A577-896DB96DF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359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B5359-C3F9-4B47-AE8B-C1D8372D5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AFE365-E8A7-4632-A844-E0EB29153D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4E2898-583C-41AA-B017-2C7A49C8C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8BD199-7798-4F52-B300-4EC6C936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9364-6A04-44A7-96AF-B91F71FF6544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52E8F8-9767-44CE-9A7E-49ABC8865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088871-DBED-4E74-899D-4C9C166BD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F1E3A-AC13-472C-A577-896DB96DF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3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7C848-9BBD-47E1-AE86-0C83595CC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24803F-A0FE-4952-BC75-84C3F5265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148D2C-B1C3-4887-9FBC-00B5C291E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1F86F4-1DD0-4933-900F-78D104F8A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A1F4D24-1F3A-4244-ADFB-EE242A0A2F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999CA56-6617-47BB-95EF-356F9415C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9364-6A04-44A7-96AF-B91F71FF6544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A11973-6FA1-4C7F-96E6-D4B308A77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993ED95-A9A0-4D99-BF3F-C5295762B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F1E3A-AC13-472C-A577-896DB96DF9F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2519772" y="6858000"/>
            <a:ext cx="1224136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下载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2548143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FE880E-6B88-452B-90DD-4F96FF90E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BECA38-CB8E-474F-AED9-7F1C984D5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9364-6A04-44A7-96AF-B91F71FF6544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9FBD03-2442-4192-99B4-9C101B430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E89726-43AD-4C53-BD6C-C125CB8F3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F1E3A-AC13-472C-A577-896DB96DF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12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74B86F-8EC8-4374-9743-B9C0DF0DF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9364-6A04-44A7-96AF-B91F71FF6544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C2DE3A-92FB-4C51-A968-E3DAB8FCB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A8A8C6-6A38-478C-86CC-92A5972DD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F1E3A-AC13-472C-A577-896DB96DF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10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6E0A43-AC3D-4245-A7EA-ACD49FD0C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C88076-5F87-4E67-A156-ECD82E699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589022-06D9-4E15-8AB2-A2DE2BA82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E5A479-9705-44F0-9554-CF5C94116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9364-6A04-44A7-96AF-B91F71FF6544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212F73-5DE8-4DE6-B4CA-E88074CB9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3B1617-660C-42ED-B36F-347733F0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F1E3A-AC13-472C-A577-896DB96DF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075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49385C-6523-4645-A40A-973A711BE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DDEB973-A79B-4D15-85CD-E152918EAB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C8DD22-AD59-491A-812A-DE0DC5B48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DE5918-870A-4BFB-ADA5-C776BA53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9364-6A04-44A7-96AF-B91F71FF6544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D3CA9B-CA2A-4C6A-9A9A-30C13022C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444F10-582F-4BFC-B2C1-D051C105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F1E3A-AC13-472C-A577-896DB96DF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061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843FAE-4372-41D0-AC12-C87C67562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5C3C72-9049-40F6-B407-81C1291D1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21063A-DF33-4598-9AA3-542E99BD3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9364-6A04-44A7-96AF-B91F71FF6544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48DACD-919F-4CDD-8818-4A3AE85F3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3704B9-0273-4F63-B074-202E54E33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F1E3A-AC13-472C-A577-896DB96DF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905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48BD2E1-0E78-42E0-A991-5DA1C71513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ED67DC-9D03-4C2F-92AF-9FA6777C7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1B19E7-D55B-4351-B24F-DA097C551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9364-6A04-44A7-96AF-B91F71FF6544}" type="datetimeFigureOut">
              <a:rPr lang="zh-CN" altLang="en-US" smtClean="0"/>
              <a:t>2021/4/28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C62AFC-3C9A-4CFE-837E-DD8DA4D7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AAC83A-6356-45A0-96BA-9482CF3A0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F1E3A-AC13-472C-A577-896DB96DF9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277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2021/4/28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590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2021/4/28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067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49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D69DDC-7930-4DB7-990E-D67239D40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0CBC4F-368C-45D0-9E28-068120DAC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2A9C61-D80C-4E31-A0D8-E198C5490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99639364-6A04-44A7-96AF-B91F71FF6544}" type="datetimeFigureOut">
              <a:rPr lang="zh-CN" altLang="en-US" smtClean="0"/>
              <a:pPr/>
              <a:t>2021/4/28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7C45DB-03CC-438F-8DC3-3757D751E9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EBEDCA-1C71-4231-A489-616267843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A3BF1E3A-AC13-472C-A577-896DB96DF9F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594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7901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7EA7F755-9FE8-43CB-97D5-2B3B580C23E2}"/>
              </a:ext>
            </a:extLst>
          </p:cNvPr>
          <p:cNvSpPr/>
          <p:nvPr/>
        </p:nvSpPr>
        <p:spPr>
          <a:xfrm>
            <a:off x="-514350" y="3676650"/>
            <a:ext cx="13696950" cy="3600450"/>
          </a:xfrm>
          <a:custGeom>
            <a:avLst/>
            <a:gdLst>
              <a:gd name="connsiteX0" fmla="*/ 9262035 w 12192000"/>
              <a:gd name="connsiteY0" fmla="*/ 524 h 3733799"/>
              <a:gd name="connsiteX1" fmla="*/ 10724838 w 12192000"/>
              <a:gd name="connsiteY1" fmla="*/ 536169 h 3733799"/>
              <a:gd name="connsiteX2" fmla="*/ 12118293 w 12192000"/>
              <a:gd name="connsiteY2" fmla="*/ 1133797 h 3733799"/>
              <a:gd name="connsiteX3" fmla="*/ 12192000 w 12192000"/>
              <a:gd name="connsiteY3" fmla="*/ 1141226 h 3733799"/>
              <a:gd name="connsiteX4" fmla="*/ 12192000 w 12192000"/>
              <a:gd name="connsiteY4" fmla="*/ 3733799 h 3733799"/>
              <a:gd name="connsiteX5" fmla="*/ 0 w 12192000"/>
              <a:gd name="connsiteY5" fmla="*/ 3733799 h 3733799"/>
              <a:gd name="connsiteX6" fmla="*/ 0 w 12192000"/>
              <a:gd name="connsiteY6" fmla="*/ 2044617 h 3733799"/>
              <a:gd name="connsiteX7" fmla="*/ 59075 w 12192000"/>
              <a:gd name="connsiteY7" fmla="*/ 2081444 h 3733799"/>
              <a:gd name="connsiteX8" fmla="*/ 1327269 w 12192000"/>
              <a:gd name="connsiteY8" fmla="*/ 1977000 h 3733799"/>
              <a:gd name="connsiteX9" fmla="*/ 7250856 w 12192000"/>
              <a:gd name="connsiteY9" fmla="*/ 1395612 h 3733799"/>
              <a:gd name="connsiteX10" fmla="*/ 9262035 w 12192000"/>
              <a:gd name="connsiteY10" fmla="*/ 524 h 373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3733799">
                <a:moveTo>
                  <a:pt x="9262035" y="524"/>
                </a:moveTo>
                <a:cubicBezTo>
                  <a:pt x="9668911" y="-10661"/>
                  <a:pt x="10127283" y="157003"/>
                  <a:pt x="10724838" y="536169"/>
                </a:cubicBezTo>
                <a:cubicBezTo>
                  <a:pt x="11361364" y="914018"/>
                  <a:pt x="11800751" y="1086239"/>
                  <a:pt x="12118293" y="1133797"/>
                </a:cubicBezTo>
                <a:lnTo>
                  <a:pt x="12192000" y="1141226"/>
                </a:lnTo>
                <a:lnTo>
                  <a:pt x="12192000" y="3733799"/>
                </a:lnTo>
                <a:lnTo>
                  <a:pt x="0" y="3733799"/>
                </a:lnTo>
                <a:lnTo>
                  <a:pt x="0" y="2044617"/>
                </a:lnTo>
                <a:lnTo>
                  <a:pt x="59075" y="2081444"/>
                </a:lnTo>
                <a:cubicBezTo>
                  <a:pt x="383198" y="2264096"/>
                  <a:pt x="784719" y="2276054"/>
                  <a:pt x="1327269" y="1977000"/>
                </a:cubicBezTo>
                <a:cubicBezTo>
                  <a:pt x="3509642" y="965892"/>
                  <a:pt x="4437524" y="4188794"/>
                  <a:pt x="7250856" y="1395612"/>
                </a:cubicBezTo>
                <a:cubicBezTo>
                  <a:pt x="8048832" y="534591"/>
                  <a:pt x="8583909" y="19161"/>
                  <a:pt x="9262035" y="524"/>
                </a:cubicBezTo>
                <a:close/>
              </a:path>
            </a:pathLst>
          </a:custGeom>
          <a:gradFill flip="none" rotWithShape="1">
            <a:gsLst>
              <a:gs pos="700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wrap="square" lIns="80632" tIns="40316" rIns="80632" bIns="40316" rtlCol="0" anchor="ctr">
            <a:noAutofit/>
          </a:bodyPr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35FB8B7-B025-4F6E-9F2D-86FC8B60E47E}"/>
              </a:ext>
            </a:extLst>
          </p:cNvPr>
          <p:cNvSpPr/>
          <p:nvPr/>
        </p:nvSpPr>
        <p:spPr>
          <a:xfrm rot="16200000">
            <a:off x="559862" y="-559870"/>
            <a:ext cx="1147227" cy="2266949"/>
          </a:xfrm>
          <a:custGeom>
            <a:avLst/>
            <a:gdLst>
              <a:gd name="connsiteX0" fmla="*/ 1267209 w 1267209"/>
              <a:gd name="connsiteY0" fmla="*/ 0 h 1620256"/>
              <a:gd name="connsiteX1" fmla="*/ 1267209 w 1267209"/>
              <a:gd name="connsiteY1" fmla="*/ 1620256 h 1620256"/>
              <a:gd name="connsiteX2" fmla="*/ 1244797 w 1267209"/>
              <a:gd name="connsiteY2" fmla="*/ 1613203 h 1620256"/>
              <a:gd name="connsiteX3" fmla="*/ 974486 w 1267209"/>
              <a:gd name="connsiteY3" fmla="*/ 1462269 h 1620256"/>
              <a:gd name="connsiteX4" fmla="*/ 799015 w 1267209"/>
              <a:gd name="connsiteY4" fmla="*/ 631459 h 1620256"/>
              <a:gd name="connsiteX5" fmla="*/ 51638 w 1267209"/>
              <a:gd name="connsiteY5" fmla="*/ 261537 h 1620256"/>
              <a:gd name="connsiteX6" fmla="*/ 0 w 1267209"/>
              <a:gd name="connsiteY6" fmla="*/ 71513 h 1620256"/>
              <a:gd name="connsiteX7" fmla="*/ 4845 w 1267209"/>
              <a:gd name="connsiteY7" fmla="*/ 0 h 162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7209" h="1620256">
                <a:moveTo>
                  <a:pt x="1267209" y="0"/>
                </a:moveTo>
                <a:lnTo>
                  <a:pt x="1267209" y="1620256"/>
                </a:lnTo>
                <a:lnTo>
                  <a:pt x="1244797" y="1613203"/>
                </a:lnTo>
                <a:cubicBezTo>
                  <a:pt x="1132041" y="1573564"/>
                  <a:pt x="1032319" y="1524229"/>
                  <a:pt x="974486" y="1462269"/>
                </a:cubicBezTo>
                <a:cubicBezTo>
                  <a:pt x="799015" y="1274276"/>
                  <a:pt x="952822" y="831581"/>
                  <a:pt x="799015" y="631459"/>
                </a:cubicBezTo>
                <a:cubicBezTo>
                  <a:pt x="645206" y="431338"/>
                  <a:pt x="163203" y="427295"/>
                  <a:pt x="51638" y="261537"/>
                </a:cubicBezTo>
                <a:cubicBezTo>
                  <a:pt x="16774" y="209737"/>
                  <a:pt x="1479" y="143034"/>
                  <a:pt x="0" y="71513"/>
                </a:cubicBezTo>
                <a:lnTo>
                  <a:pt x="4845" y="0"/>
                </a:lnTo>
                <a:close/>
              </a:path>
            </a:pathLst>
          </a:custGeom>
          <a:gradFill flip="none" rotWithShape="1"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27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645EEFF-7201-459C-81A7-E0BD5845E0BA}"/>
              </a:ext>
            </a:extLst>
          </p:cNvPr>
          <p:cNvGrpSpPr/>
          <p:nvPr/>
        </p:nvGrpSpPr>
        <p:grpSpPr>
          <a:xfrm>
            <a:off x="5121307" y="-960422"/>
            <a:ext cx="1214468" cy="575138"/>
            <a:chOff x="5561058" y="2003170"/>
            <a:chExt cx="1309433" cy="620111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870F7A87-3F36-460C-ACF8-BADE10C56F3D}"/>
                </a:ext>
              </a:extLst>
            </p:cNvPr>
            <p:cNvSpPr/>
            <p:nvPr/>
          </p:nvSpPr>
          <p:spPr>
            <a:xfrm>
              <a:off x="5561058" y="2003170"/>
              <a:ext cx="619886" cy="620110"/>
            </a:xfrm>
            <a:prstGeom prst="ellipse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>
              <a:outerShdw blurRad="139700" dist="38100" dir="5400000" algn="t" rotWithShape="0">
                <a:prstClr val="black">
                  <a:alpha val="22000"/>
                </a:prstClr>
              </a:outerShdw>
            </a:effectLst>
          </p:spPr>
          <p:txBody>
            <a:bodyPr lIns="80632" tIns="40316" rIns="80632" bIns="40316" rtlCol="0" anchor="ctr"/>
            <a:lstStyle/>
            <a:p>
              <a:pPr algn="ctr"/>
              <a:endParaRPr lang="zh-CN" altLang="en-US" kern="0" dirty="0">
                <a:solidFill>
                  <a:sysClr val="window" lastClr="FFFFFF"/>
                </a:solidFill>
                <a:cs typeface="+mn-ea"/>
                <a:sym typeface="+mn-lt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0FD9815A-6B4F-4B98-81CC-A00AF840F842}"/>
                </a:ext>
              </a:extLst>
            </p:cNvPr>
            <p:cNvSpPr/>
            <p:nvPr/>
          </p:nvSpPr>
          <p:spPr>
            <a:xfrm>
              <a:off x="6250605" y="2003171"/>
              <a:ext cx="619886" cy="620110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lumMod val="67000"/>
                  </a:srgbClr>
                </a:gs>
                <a:gs pos="48000">
                  <a:srgbClr val="0070C0">
                    <a:lumMod val="97000"/>
                    <a:lumOff val="3000"/>
                  </a:srgbClr>
                </a:gs>
                <a:gs pos="100000">
                  <a:srgbClr val="0070C0">
                    <a:lumMod val="60000"/>
                    <a:lumOff val="40000"/>
                  </a:srgbClr>
                </a:gs>
              </a:gsLst>
              <a:lin ang="162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39700" dist="38100" dir="5400000" algn="t" rotWithShape="0">
                <a:prstClr val="black">
                  <a:alpha val="22000"/>
                </a:prstClr>
              </a:outerShdw>
            </a:effectLst>
          </p:spPr>
          <p:txBody>
            <a:bodyPr lIns="80632" tIns="40316" rIns="80632" bIns="40316" rtlCol="0" anchor="ctr"/>
            <a:lstStyle/>
            <a:p>
              <a:pPr algn="ctr"/>
              <a:endParaRPr lang="zh-CN" altLang="en-US" kern="0" dirty="0">
                <a:solidFill>
                  <a:sysClr val="window" lastClr="FFFFFF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AA4CEAF9-0499-4119-87DB-101C119DA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770" y="1237940"/>
            <a:ext cx="5441229" cy="4339699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15F72FF3-8D4D-490B-8D36-8FF7AE4C648D}"/>
              </a:ext>
            </a:extLst>
          </p:cNvPr>
          <p:cNvGrpSpPr/>
          <p:nvPr/>
        </p:nvGrpSpPr>
        <p:grpSpPr>
          <a:xfrm>
            <a:off x="7447547" y="216333"/>
            <a:ext cx="4166937" cy="529389"/>
            <a:chOff x="2021305" y="1980965"/>
            <a:chExt cx="3529263" cy="529389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25B282D-DFA1-448C-B706-A4C3EF2EA899}"/>
                </a:ext>
              </a:extLst>
            </p:cNvPr>
            <p:cNvSpPr txBox="1"/>
            <p:nvPr/>
          </p:nvSpPr>
          <p:spPr>
            <a:xfrm>
              <a:off x="2239879" y="2107159"/>
              <a:ext cx="219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基于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二手书交易平台 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|</a:t>
              </a:r>
              <a:endParaRPr lang="zh-CN" altLang="en-US" sz="1200" dirty="0">
                <a:solidFill>
                  <a:srgbClr val="40ABFA"/>
                </a:solidFill>
                <a:cs typeface="+mn-ea"/>
                <a:sym typeface="+mn-lt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7121F370-3E5D-4834-A9EE-C6DB6C7B9C7B}"/>
                </a:ext>
              </a:extLst>
            </p:cNvPr>
            <p:cNvSpPr/>
            <p:nvPr/>
          </p:nvSpPr>
          <p:spPr>
            <a:xfrm>
              <a:off x="2021305" y="1980965"/>
              <a:ext cx="3529263" cy="52938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24" name="图形 23">
              <a:extLst>
                <a:ext uri="{FF2B5EF4-FFF2-40B4-BE49-F238E27FC236}">
                  <a16:creationId xmlns:a16="http://schemas.microsoft.com/office/drawing/2014/main" id="{996466CE-3045-444C-83BD-A5955EC9EE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02870" y="2040119"/>
              <a:ext cx="411080" cy="411080"/>
            </a:xfrm>
            <a:prstGeom prst="rect">
              <a:avLst/>
            </a:prstGeom>
          </p:spPr>
        </p:pic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14C7BA1C-E3C6-4A15-A985-F195668E1B45}"/>
              </a:ext>
            </a:extLst>
          </p:cNvPr>
          <p:cNvSpPr txBox="1"/>
          <p:nvPr/>
        </p:nvSpPr>
        <p:spPr>
          <a:xfrm>
            <a:off x="349676" y="1938203"/>
            <a:ext cx="64321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solidFill>
                  <a:srgbClr val="3B5AA7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书伴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B5945E-EB45-4E36-A94E-C1EE93A61E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" y="818605"/>
            <a:ext cx="210502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54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2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 tmFilter="0,0; .5, 1; 1, 1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8" grpId="0" animBg="1"/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ABD7D92-513F-4D8D-8960-03BDCAC5A245}"/>
              </a:ext>
            </a:extLst>
          </p:cNvPr>
          <p:cNvSpPr/>
          <p:nvPr/>
        </p:nvSpPr>
        <p:spPr>
          <a:xfrm>
            <a:off x="1" y="-144379"/>
            <a:ext cx="4427620" cy="7002379"/>
          </a:xfrm>
          <a:custGeom>
            <a:avLst/>
            <a:gdLst>
              <a:gd name="connsiteX0" fmla="*/ 0 w 5232924"/>
              <a:gd name="connsiteY0" fmla="*/ 0 h 6858000"/>
              <a:gd name="connsiteX1" fmla="*/ 3771848 w 5232924"/>
              <a:gd name="connsiteY1" fmla="*/ 0 h 6858000"/>
              <a:gd name="connsiteX2" fmla="*/ 3747885 w 5232924"/>
              <a:gd name="connsiteY2" fmla="*/ 41254 h 6858000"/>
              <a:gd name="connsiteX3" fmla="*/ 4947975 w 5232924"/>
              <a:gd name="connsiteY3" fmla="*/ 6000595 h 6858000"/>
              <a:gd name="connsiteX4" fmla="*/ 4608350 w 5232924"/>
              <a:gd name="connsiteY4" fmla="*/ 6789831 h 6858000"/>
              <a:gd name="connsiteX5" fmla="*/ 4580242 w 5232924"/>
              <a:gd name="connsiteY5" fmla="*/ 6858000 h 6858000"/>
              <a:gd name="connsiteX6" fmla="*/ 0 w 5232924"/>
              <a:gd name="connsiteY6" fmla="*/ 6858000 h 6858000"/>
              <a:gd name="connsiteX0" fmla="*/ 0 w 4614203"/>
              <a:gd name="connsiteY0" fmla="*/ 0 h 6858000"/>
              <a:gd name="connsiteX1" fmla="*/ 3771848 w 4614203"/>
              <a:gd name="connsiteY1" fmla="*/ 0 h 6858000"/>
              <a:gd name="connsiteX2" fmla="*/ 3747885 w 4614203"/>
              <a:gd name="connsiteY2" fmla="*/ 41254 h 6858000"/>
              <a:gd name="connsiteX3" fmla="*/ 4095202 w 4614203"/>
              <a:gd name="connsiteY3" fmla="*/ 4989943 h 6858000"/>
              <a:gd name="connsiteX4" fmla="*/ 4608350 w 4614203"/>
              <a:gd name="connsiteY4" fmla="*/ 6789831 h 6858000"/>
              <a:gd name="connsiteX5" fmla="*/ 4580242 w 4614203"/>
              <a:gd name="connsiteY5" fmla="*/ 6858000 h 6858000"/>
              <a:gd name="connsiteX6" fmla="*/ 0 w 4614203"/>
              <a:gd name="connsiteY6" fmla="*/ 6858000 h 6858000"/>
              <a:gd name="connsiteX7" fmla="*/ 0 w 4614203"/>
              <a:gd name="connsiteY7" fmla="*/ 0 h 6858000"/>
              <a:gd name="connsiteX0" fmla="*/ 0 w 4709255"/>
              <a:gd name="connsiteY0" fmla="*/ 0 h 6858000"/>
              <a:gd name="connsiteX1" fmla="*/ 3771848 w 4709255"/>
              <a:gd name="connsiteY1" fmla="*/ 0 h 6858000"/>
              <a:gd name="connsiteX2" fmla="*/ 3747885 w 4709255"/>
              <a:gd name="connsiteY2" fmla="*/ 41254 h 6858000"/>
              <a:gd name="connsiteX3" fmla="*/ 4095202 w 4709255"/>
              <a:gd name="connsiteY3" fmla="*/ 4989943 h 6858000"/>
              <a:gd name="connsiteX4" fmla="*/ 4608350 w 4709255"/>
              <a:gd name="connsiteY4" fmla="*/ 6789831 h 6858000"/>
              <a:gd name="connsiteX5" fmla="*/ 4580242 w 4709255"/>
              <a:gd name="connsiteY5" fmla="*/ 6858000 h 6858000"/>
              <a:gd name="connsiteX6" fmla="*/ 0 w 4709255"/>
              <a:gd name="connsiteY6" fmla="*/ 6858000 h 6858000"/>
              <a:gd name="connsiteX7" fmla="*/ 0 w 4709255"/>
              <a:gd name="connsiteY7" fmla="*/ 0 h 6858000"/>
              <a:gd name="connsiteX0" fmla="*/ 0 w 4709255"/>
              <a:gd name="connsiteY0" fmla="*/ 0 h 6858000"/>
              <a:gd name="connsiteX1" fmla="*/ 3771848 w 4709255"/>
              <a:gd name="connsiteY1" fmla="*/ 0 h 6858000"/>
              <a:gd name="connsiteX2" fmla="*/ 3747885 w 4709255"/>
              <a:gd name="connsiteY2" fmla="*/ 41254 h 6858000"/>
              <a:gd name="connsiteX3" fmla="*/ 4095202 w 4709255"/>
              <a:gd name="connsiteY3" fmla="*/ 4989943 h 6858000"/>
              <a:gd name="connsiteX4" fmla="*/ 4608350 w 4709255"/>
              <a:gd name="connsiteY4" fmla="*/ 6789831 h 6858000"/>
              <a:gd name="connsiteX5" fmla="*/ 4580242 w 4709255"/>
              <a:gd name="connsiteY5" fmla="*/ 6858000 h 6858000"/>
              <a:gd name="connsiteX6" fmla="*/ 0 w 4709255"/>
              <a:gd name="connsiteY6" fmla="*/ 6858000 h 6858000"/>
              <a:gd name="connsiteX7" fmla="*/ 0 w 4709255"/>
              <a:gd name="connsiteY7" fmla="*/ 0 h 6858000"/>
              <a:gd name="connsiteX0" fmla="*/ 0 w 4631485"/>
              <a:gd name="connsiteY0" fmla="*/ 0 h 6858000"/>
              <a:gd name="connsiteX1" fmla="*/ 3771848 w 4631485"/>
              <a:gd name="connsiteY1" fmla="*/ 0 h 6858000"/>
              <a:gd name="connsiteX2" fmla="*/ 3747885 w 4631485"/>
              <a:gd name="connsiteY2" fmla="*/ 41254 h 6858000"/>
              <a:gd name="connsiteX3" fmla="*/ 3746342 w 4631485"/>
              <a:gd name="connsiteY3" fmla="*/ 4091586 h 6858000"/>
              <a:gd name="connsiteX4" fmla="*/ 4608350 w 4631485"/>
              <a:gd name="connsiteY4" fmla="*/ 6789831 h 6858000"/>
              <a:gd name="connsiteX5" fmla="*/ 4580242 w 4631485"/>
              <a:gd name="connsiteY5" fmla="*/ 6858000 h 6858000"/>
              <a:gd name="connsiteX6" fmla="*/ 0 w 4631485"/>
              <a:gd name="connsiteY6" fmla="*/ 6858000 h 6858000"/>
              <a:gd name="connsiteX7" fmla="*/ 0 w 4631485"/>
              <a:gd name="connsiteY7" fmla="*/ 0 h 6858000"/>
              <a:gd name="connsiteX0" fmla="*/ 0 w 4631485"/>
              <a:gd name="connsiteY0" fmla="*/ 0 h 6858000"/>
              <a:gd name="connsiteX1" fmla="*/ 3771848 w 4631485"/>
              <a:gd name="connsiteY1" fmla="*/ 0 h 6858000"/>
              <a:gd name="connsiteX2" fmla="*/ 3747885 w 4631485"/>
              <a:gd name="connsiteY2" fmla="*/ 41254 h 6858000"/>
              <a:gd name="connsiteX3" fmla="*/ 3746342 w 4631485"/>
              <a:gd name="connsiteY3" fmla="*/ 4091586 h 6858000"/>
              <a:gd name="connsiteX4" fmla="*/ 4608350 w 4631485"/>
              <a:gd name="connsiteY4" fmla="*/ 6789831 h 6858000"/>
              <a:gd name="connsiteX5" fmla="*/ 4580242 w 4631485"/>
              <a:gd name="connsiteY5" fmla="*/ 6858000 h 6858000"/>
              <a:gd name="connsiteX6" fmla="*/ 0 w 4631485"/>
              <a:gd name="connsiteY6" fmla="*/ 6858000 h 6858000"/>
              <a:gd name="connsiteX7" fmla="*/ 0 w 4631485"/>
              <a:gd name="connsiteY7" fmla="*/ 0 h 6858000"/>
              <a:gd name="connsiteX0" fmla="*/ 0 w 4631485"/>
              <a:gd name="connsiteY0" fmla="*/ 0 h 6858000"/>
              <a:gd name="connsiteX1" fmla="*/ 3771848 w 4631485"/>
              <a:gd name="connsiteY1" fmla="*/ 0 h 6858000"/>
              <a:gd name="connsiteX2" fmla="*/ 3747885 w 4631485"/>
              <a:gd name="connsiteY2" fmla="*/ 41254 h 6858000"/>
              <a:gd name="connsiteX3" fmla="*/ 3746342 w 4631485"/>
              <a:gd name="connsiteY3" fmla="*/ 4091586 h 6858000"/>
              <a:gd name="connsiteX4" fmla="*/ 4608350 w 4631485"/>
              <a:gd name="connsiteY4" fmla="*/ 6789831 h 6858000"/>
              <a:gd name="connsiteX5" fmla="*/ 4580242 w 4631485"/>
              <a:gd name="connsiteY5" fmla="*/ 6858000 h 6858000"/>
              <a:gd name="connsiteX6" fmla="*/ 0 w 4631485"/>
              <a:gd name="connsiteY6" fmla="*/ 6858000 h 6858000"/>
              <a:gd name="connsiteX7" fmla="*/ 0 w 4631485"/>
              <a:gd name="connsiteY7" fmla="*/ 0 h 6858000"/>
              <a:gd name="connsiteX0" fmla="*/ 0 w 4884349"/>
              <a:gd name="connsiteY0" fmla="*/ 0 h 6858000"/>
              <a:gd name="connsiteX1" fmla="*/ 3771848 w 4884349"/>
              <a:gd name="connsiteY1" fmla="*/ 0 h 6858000"/>
              <a:gd name="connsiteX2" fmla="*/ 3747885 w 4884349"/>
              <a:gd name="connsiteY2" fmla="*/ 41254 h 6858000"/>
              <a:gd name="connsiteX3" fmla="*/ 3746342 w 4884349"/>
              <a:gd name="connsiteY3" fmla="*/ 4091586 h 6858000"/>
              <a:gd name="connsiteX4" fmla="*/ 4608350 w 4884349"/>
              <a:gd name="connsiteY4" fmla="*/ 6789831 h 6858000"/>
              <a:gd name="connsiteX5" fmla="*/ 4580242 w 4884349"/>
              <a:gd name="connsiteY5" fmla="*/ 6858000 h 6858000"/>
              <a:gd name="connsiteX6" fmla="*/ 0 w 4884349"/>
              <a:gd name="connsiteY6" fmla="*/ 6858000 h 6858000"/>
              <a:gd name="connsiteX7" fmla="*/ 0 w 4884349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84349" h="6858000">
                <a:moveTo>
                  <a:pt x="0" y="0"/>
                </a:moveTo>
                <a:lnTo>
                  <a:pt x="3771848" y="0"/>
                </a:lnTo>
                <a:lnTo>
                  <a:pt x="3747885" y="41254"/>
                </a:lnTo>
                <a:cubicBezTo>
                  <a:pt x="2575930" y="840399"/>
                  <a:pt x="2038109" y="3124103"/>
                  <a:pt x="3746342" y="4091586"/>
                </a:cubicBezTo>
                <a:cubicBezTo>
                  <a:pt x="5553024" y="5256564"/>
                  <a:pt x="4687009" y="6600820"/>
                  <a:pt x="4608350" y="6789831"/>
                </a:cubicBezTo>
                <a:lnTo>
                  <a:pt x="458024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328BABC-B018-4C91-B750-6DEEEC4201DF}"/>
              </a:ext>
            </a:extLst>
          </p:cNvPr>
          <p:cNvSpPr/>
          <p:nvPr/>
        </p:nvSpPr>
        <p:spPr>
          <a:xfrm flipV="1">
            <a:off x="10122568" y="4123391"/>
            <a:ext cx="2069432" cy="2734607"/>
          </a:xfrm>
          <a:custGeom>
            <a:avLst/>
            <a:gdLst>
              <a:gd name="connsiteX0" fmla="*/ 1267209 w 1267209"/>
              <a:gd name="connsiteY0" fmla="*/ 0 h 1620256"/>
              <a:gd name="connsiteX1" fmla="*/ 1267209 w 1267209"/>
              <a:gd name="connsiteY1" fmla="*/ 1620256 h 1620256"/>
              <a:gd name="connsiteX2" fmla="*/ 1244797 w 1267209"/>
              <a:gd name="connsiteY2" fmla="*/ 1613203 h 1620256"/>
              <a:gd name="connsiteX3" fmla="*/ 974486 w 1267209"/>
              <a:gd name="connsiteY3" fmla="*/ 1462269 h 1620256"/>
              <a:gd name="connsiteX4" fmla="*/ 799015 w 1267209"/>
              <a:gd name="connsiteY4" fmla="*/ 631459 h 1620256"/>
              <a:gd name="connsiteX5" fmla="*/ 51638 w 1267209"/>
              <a:gd name="connsiteY5" fmla="*/ 261537 h 1620256"/>
              <a:gd name="connsiteX6" fmla="*/ 0 w 1267209"/>
              <a:gd name="connsiteY6" fmla="*/ 71513 h 1620256"/>
              <a:gd name="connsiteX7" fmla="*/ 4845 w 1267209"/>
              <a:gd name="connsiteY7" fmla="*/ 0 h 162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7209" h="1620256">
                <a:moveTo>
                  <a:pt x="1267209" y="0"/>
                </a:moveTo>
                <a:lnTo>
                  <a:pt x="1267209" y="1620256"/>
                </a:lnTo>
                <a:lnTo>
                  <a:pt x="1244797" y="1613203"/>
                </a:lnTo>
                <a:cubicBezTo>
                  <a:pt x="1132041" y="1573564"/>
                  <a:pt x="1032319" y="1524229"/>
                  <a:pt x="974486" y="1462269"/>
                </a:cubicBezTo>
                <a:cubicBezTo>
                  <a:pt x="799015" y="1274276"/>
                  <a:pt x="952822" y="831581"/>
                  <a:pt x="799015" y="631459"/>
                </a:cubicBezTo>
                <a:cubicBezTo>
                  <a:pt x="645206" y="431338"/>
                  <a:pt x="163203" y="427295"/>
                  <a:pt x="51638" y="261537"/>
                </a:cubicBezTo>
                <a:cubicBezTo>
                  <a:pt x="16774" y="209737"/>
                  <a:pt x="1479" y="143034"/>
                  <a:pt x="0" y="71513"/>
                </a:cubicBezTo>
                <a:lnTo>
                  <a:pt x="4845" y="0"/>
                </a:lnTo>
                <a:close/>
              </a:path>
            </a:pathLst>
          </a:custGeom>
          <a:gradFill flip="none" rotWithShape="1"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27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F074166-4767-4D02-A14A-9AFE033A7C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r="21367" b="7141"/>
          <a:stretch/>
        </p:blipFill>
        <p:spPr>
          <a:xfrm>
            <a:off x="176463" y="742037"/>
            <a:ext cx="4555959" cy="5373926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050B4AAF-886F-40CB-B710-68FCA823546B}"/>
              </a:ext>
            </a:extLst>
          </p:cNvPr>
          <p:cNvGrpSpPr/>
          <p:nvPr/>
        </p:nvGrpSpPr>
        <p:grpSpPr>
          <a:xfrm>
            <a:off x="3679718" y="332075"/>
            <a:ext cx="3581279" cy="1015663"/>
            <a:chOff x="-140696" y="935952"/>
            <a:chExt cx="3581279" cy="1015663"/>
          </a:xfrm>
        </p:grpSpPr>
        <p:sp>
          <p:nvSpPr>
            <p:cNvPr id="20" name="文本框 20">
              <a:extLst>
                <a:ext uri="{FF2B5EF4-FFF2-40B4-BE49-F238E27FC236}">
                  <a16:creationId xmlns:a16="http://schemas.microsoft.com/office/drawing/2014/main" id="{38277951-596E-4286-9AAD-F8712013E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3726" y="935952"/>
              <a:ext cx="2276857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6000" b="1" dirty="0">
                  <a:solidFill>
                    <a:srgbClr val="3B5AA7"/>
                  </a:solidFill>
                  <a:latin typeface="+mn-lt"/>
                  <a:ea typeface="+mn-ea"/>
                  <a:cs typeface="+mn-ea"/>
                  <a:sym typeface="+mn-lt"/>
                </a:rPr>
                <a:t>目 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8A34173-BD95-4DC0-95AB-F2A417AB47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0696" y="1384001"/>
              <a:ext cx="167837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rgbClr val="3B5AA7"/>
                  </a:solidFill>
                  <a:latin typeface="+mn-lt"/>
                  <a:ea typeface="+mn-ea"/>
                  <a:cs typeface="+mn-ea"/>
                  <a:sym typeface="+mn-lt"/>
                </a:rPr>
                <a:t>Content</a:t>
              </a:r>
              <a:endParaRPr lang="zh-CN" altLang="en-US" b="1" dirty="0">
                <a:solidFill>
                  <a:srgbClr val="3B5AA7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28418BE-5BAA-498B-B331-323106779B1A}"/>
              </a:ext>
            </a:extLst>
          </p:cNvPr>
          <p:cNvGrpSpPr/>
          <p:nvPr/>
        </p:nvGrpSpPr>
        <p:grpSpPr>
          <a:xfrm>
            <a:off x="6096000" y="1675149"/>
            <a:ext cx="3692577" cy="839449"/>
            <a:chOff x="1948721" y="2458387"/>
            <a:chExt cx="3692577" cy="839449"/>
          </a:xfrm>
        </p:grpSpPr>
        <p:sp>
          <p:nvSpPr>
            <p:cNvPr id="23" name="文本框 20">
              <a:extLst>
                <a:ext uri="{FF2B5EF4-FFF2-40B4-BE49-F238E27FC236}">
                  <a16:creationId xmlns:a16="http://schemas.microsoft.com/office/drawing/2014/main" id="{31EA610C-C503-4E1F-B75E-BA3141FD56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3919" y="2616501"/>
              <a:ext cx="276737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kern="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lt"/>
                  <a:ea typeface="+mn-ea"/>
                  <a:cs typeface="+mn-ea"/>
                  <a:sym typeface="+mn-lt"/>
                </a:rPr>
                <a:t>设计创意来源</a:t>
              </a: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4DCFC209-1206-46C5-95B8-17891172D7D0}"/>
                </a:ext>
              </a:extLst>
            </p:cNvPr>
            <p:cNvGrpSpPr/>
            <p:nvPr/>
          </p:nvGrpSpPr>
          <p:grpSpPr>
            <a:xfrm>
              <a:off x="1948721" y="2458387"/>
              <a:ext cx="839449" cy="839449"/>
              <a:chOff x="1948721" y="2458387"/>
              <a:chExt cx="850692" cy="850692"/>
            </a:xfrm>
          </p:grpSpPr>
          <p:sp>
            <p:nvSpPr>
              <p:cNvPr id="25" name="菱形 24">
                <a:extLst>
                  <a:ext uri="{FF2B5EF4-FFF2-40B4-BE49-F238E27FC236}">
                    <a16:creationId xmlns:a16="http://schemas.microsoft.com/office/drawing/2014/main" id="{7AD231C8-31C3-4D49-8EAB-24D0D31EA586}"/>
                  </a:ext>
                </a:extLst>
              </p:cNvPr>
              <p:cNvSpPr/>
              <p:nvPr/>
            </p:nvSpPr>
            <p:spPr>
              <a:xfrm>
                <a:off x="1948721" y="2458387"/>
                <a:ext cx="850692" cy="850692"/>
              </a:xfrm>
              <a:prstGeom prst="diamond">
                <a:avLst/>
              </a:prstGeom>
              <a:solidFill>
                <a:srgbClr val="40AB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831342FD-7B51-47EC-9DA3-EDE86A7C169D}"/>
                  </a:ext>
                </a:extLst>
              </p:cNvPr>
              <p:cNvSpPr/>
              <p:nvPr/>
            </p:nvSpPr>
            <p:spPr>
              <a:xfrm>
                <a:off x="2096933" y="2652901"/>
                <a:ext cx="554270" cy="4678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/>
                <a:r>
                  <a:rPr lang="en-US" altLang="zh-CN" sz="2400" dirty="0">
                    <a:solidFill>
                      <a:prstClr val="white"/>
                    </a:solidFill>
                    <a:cs typeface="+mn-ea"/>
                    <a:sym typeface="+mn-lt"/>
                  </a:rPr>
                  <a:t>01</a:t>
                </a:r>
                <a:endParaRPr lang="zh-CN" altLang="en-US" sz="2400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0269B56-193A-4B59-8D39-DB39000663FB}"/>
              </a:ext>
            </a:extLst>
          </p:cNvPr>
          <p:cNvGrpSpPr/>
          <p:nvPr/>
        </p:nvGrpSpPr>
        <p:grpSpPr>
          <a:xfrm>
            <a:off x="6096000" y="2772237"/>
            <a:ext cx="3692577" cy="839449"/>
            <a:chOff x="1948721" y="2458387"/>
            <a:chExt cx="3692577" cy="839449"/>
          </a:xfrm>
        </p:grpSpPr>
        <p:sp>
          <p:nvSpPr>
            <p:cNvPr id="28" name="文本框 20">
              <a:extLst>
                <a:ext uri="{FF2B5EF4-FFF2-40B4-BE49-F238E27FC236}">
                  <a16:creationId xmlns:a16="http://schemas.microsoft.com/office/drawing/2014/main" id="{F84AF930-5A2E-4986-89D2-09E85050DA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3919" y="2616501"/>
              <a:ext cx="276737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None/>
                <a:defRPr/>
              </a:pPr>
              <a:r>
                <a:rPr lang="zh-CN" altLang="en-US" kern="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lt"/>
                  <a:ea typeface="+mn-ea"/>
                  <a:cs typeface="+mn-ea"/>
                  <a:sym typeface="+mn-lt"/>
                </a:rPr>
                <a:t>需求分析</a:t>
              </a: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D9A9B3FD-F8E7-4E59-A00B-E2656F42CF99}"/>
                </a:ext>
              </a:extLst>
            </p:cNvPr>
            <p:cNvGrpSpPr/>
            <p:nvPr/>
          </p:nvGrpSpPr>
          <p:grpSpPr>
            <a:xfrm>
              <a:off x="1948721" y="2458387"/>
              <a:ext cx="839449" cy="839449"/>
              <a:chOff x="1948721" y="2458387"/>
              <a:chExt cx="850692" cy="850692"/>
            </a:xfrm>
          </p:grpSpPr>
          <p:sp>
            <p:nvSpPr>
              <p:cNvPr id="30" name="菱形 29">
                <a:extLst>
                  <a:ext uri="{FF2B5EF4-FFF2-40B4-BE49-F238E27FC236}">
                    <a16:creationId xmlns:a16="http://schemas.microsoft.com/office/drawing/2014/main" id="{C93455A4-4284-4CEA-87FF-2B135DF6C188}"/>
                  </a:ext>
                </a:extLst>
              </p:cNvPr>
              <p:cNvSpPr/>
              <p:nvPr/>
            </p:nvSpPr>
            <p:spPr>
              <a:xfrm>
                <a:off x="1948721" y="2458387"/>
                <a:ext cx="850692" cy="850692"/>
              </a:xfrm>
              <a:prstGeom prst="diamond">
                <a:avLst/>
              </a:prstGeom>
              <a:solidFill>
                <a:srgbClr val="3B5A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50244269-E7FC-4CD9-BCEF-8E10F1831D54}"/>
                  </a:ext>
                </a:extLst>
              </p:cNvPr>
              <p:cNvSpPr/>
              <p:nvPr/>
            </p:nvSpPr>
            <p:spPr>
              <a:xfrm>
                <a:off x="2096934" y="2652901"/>
                <a:ext cx="554271" cy="4678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/>
                <a:r>
                  <a:rPr lang="en-US" altLang="zh-CN" sz="2400" dirty="0">
                    <a:solidFill>
                      <a:prstClr val="white"/>
                    </a:solidFill>
                    <a:cs typeface="+mn-ea"/>
                    <a:sym typeface="+mn-lt"/>
                  </a:rPr>
                  <a:t>02</a:t>
                </a:r>
                <a:endParaRPr lang="zh-CN" altLang="en-US" sz="2400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889FBAC0-47CB-4304-B0C1-D104FF376DCB}"/>
              </a:ext>
            </a:extLst>
          </p:cNvPr>
          <p:cNvGrpSpPr/>
          <p:nvPr/>
        </p:nvGrpSpPr>
        <p:grpSpPr>
          <a:xfrm>
            <a:off x="6096000" y="3869325"/>
            <a:ext cx="3692577" cy="839449"/>
            <a:chOff x="1948721" y="2458387"/>
            <a:chExt cx="3692577" cy="839449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1FD917C-B69B-4CE4-8BBB-BC20C3E16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3919" y="2616501"/>
              <a:ext cx="276737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None/>
                <a:defRPr/>
              </a:pPr>
              <a:r>
                <a:rPr lang="zh-CN" altLang="en-US" kern="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lt"/>
                  <a:ea typeface="+mn-ea"/>
                  <a:cs typeface="+mn-ea"/>
                  <a:sym typeface="+mn-lt"/>
                </a:rPr>
                <a:t>软件设计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3BDB7914-D6B8-4A3B-B9DE-1B756C92D525}"/>
                </a:ext>
              </a:extLst>
            </p:cNvPr>
            <p:cNvGrpSpPr/>
            <p:nvPr/>
          </p:nvGrpSpPr>
          <p:grpSpPr>
            <a:xfrm>
              <a:off x="1948721" y="2458387"/>
              <a:ext cx="839449" cy="839449"/>
              <a:chOff x="1948721" y="2458387"/>
              <a:chExt cx="850692" cy="850692"/>
            </a:xfrm>
          </p:grpSpPr>
          <p:sp>
            <p:nvSpPr>
              <p:cNvPr id="35" name="菱形 34">
                <a:extLst>
                  <a:ext uri="{FF2B5EF4-FFF2-40B4-BE49-F238E27FC236}">
                    <a16:creationId xmlns:a16="http://schemas.microsoft.com/office/drawing/2014/main" id="{67F6AA12-390D-43B8-B6C0-FF2368ADBA08}"/>
                  </a:ext>
                </a:extLst>
              </p:cNvPr>
              <p:cNvSpPr/>
              <p:nvPr/>
            </p:nvSpPr>
            <p:spPr>
              <a:xfrm>
                <a:off x="1948721" y="2458387"/>
                <a:ext cx="850692" cy="850692"/>
              </a:xfrm>
              <a:prstGeom prst="diamond">
                <a:avLst/>
              </a:prstGeom>
              <a:solidFill>
                <a:srgbClr val="40AB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BFC8D7F7-2D27-4571-A9CB-0F7DDD82A5C0}"/>
                  </a:ext>
                </a:extLst>
              </p:cNvPr>
              <p:cNvSpPr/>
              <p:nvPr/>
            </p:nvSpPr>
            <p:spPr>
              <a:xfrm>
                <a:off x="2096934" y="2652901"/>
                <a:ext cx="554270" cy="4678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/>
                <a:r>
                  <a:rPr lang="en-US" altLang="zh-CN" sz="2400" dirty="0">
                    <a:solidFill>
                      <a:prstClr val="white"/>
                    </a:solidFill>
                    <a:cs typeface="+mn-ea"/>
                    <a:sym typeface="+mn-lt"/>
                  </a:rPr>
                  <a:t>03</a:t>
                </a:r>
                <a:endParaRPr lang="zh-CN" altLang="en-US" sz="2400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89B7CC5-7EDA-4860-844A-AD48554D11BD}"/>
              </a:ext>
            </a:extLst>
          </p:cNvPr>
          <p:cNvGrpSpPr/>
          <p:nvPr/>
        </p:nvGrpSpPr>
        <p:grpSpPr>
          <a:xfrm>
            <a:off x="6096000" y="4966414"/>
            <a:ext cx="3692577" cy="839449"/>
            <a:chOff x="1948721" y="2458387"/>
            <a:chExt cx="3692577" cy="839449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0E49F6D-212D-434A-A8C7-377F834A38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3919" y="2616501"/>
              <a:ext cx="276737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>
                <a:lnSpc>
                  <a:spcPct val="100000"/>
                </a:lnSpc>
                <a:spcBef>
                  <a:spcPct val="0"/>
                </a:spcBef>
                <a:buNone/>
                <a:defRPr/>
              </a:pPr>
              <a:r>
                <a:rPr lang="zh-CN" altLang="en-US" kern="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n-lt"/>
                  <a:ea typeface="+mn-ea"/>
                  <a:cs typeface="+mn-ea"/>
                  <a:sym typeface="+mn-lt"/>
                </a:rPr>
                <a:t>总结</a:t>
              </a: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FAA1427A-26EA-4384-9390-85EC01478851}"/>
                </a:ext>
              </a:extLst>
            </p:cNvPr>
            <p:cNvGrpSpPr/>
            <p:nvPr/>
          </p:nvGrpSpPr>
          <p:grpSpPr>
            <a:xfrm>
              <a:off x="1948721" y="2458387"/>
              <a:ext cx="839449" cy="839449"/>
              <a:chOff x="1948721" y="2458387"/>
              <a:chExt cx="850692" cy="850692"/>
            </a:xfrm>
          </p:grpSpPr>
          <p:sp>
            <p:nvSpPr>
              <p:cNvPr id="40" name="菱形 39">
                <a:extLst>
                  <a:ext uri="{FF2B5EF4-FFF2-40B4-BE49-F238E27FC236}">
                    <a16:creationId xmlns:a16="http://schemas.microsoft.com/office/drawing/2014/main" id="{4EA5524F-15AB-4950-9C15-8AEFEBD36523}"/>
                  </a:ext>
                </a:extLst>
              </p:cNvPr>
              <p:cNvSpPr/>
              <p:nvPr/>
            </p:nvSpPr>
            <p:spPr>
              <a:xfrm>
                <a:off x="1948721" y="2458387"/>
                <a:ext cx="850692" cy="850692"/>
              </a:xfrm>
              <a:prstGeom prst="diamond">
                <a:avLst/>
              </a:prstGeom>
              <a:solidFill>
                <a:srgbClr val="3B5A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366583D6-D65A-4BF1-B270-A5464D442712}"/>
                  </a:ext>
                </a:extLst>
              </p:cNvPr>
              <p:cNvSpPr/>
              <p:nvPr/>
            </p:nvSpPr>
            <p:spPr>
              <a:xfrm>
                <a:off x="2096934" y="2652901"/>
                <a:ext cx="554270" cy="4678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/>
                <a:r>
                  <a:rPr lang="en-US" altLang="zh-CN" sz="2400" dirty="0">
                    <a:solidFill>
                      <a:prstClr val="white"/>
                    </a:solidFill>
                    <a:cs typeface="+mn-ea"/>
                    <a:sym typeface="+mn-lt"/>
                  </a:rPr>
                  <a:t>04</a:t>
                </a:r>
                <a:endParaRPr lang="zh-CN" altLang="en-US" sz="2400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090CE3F-3C54-4895-850F-F911D69097E8}"/>
              </a:ext>
            </a:extLst>
          </p:cNvPr>
          <p:cNvGrpSpPr/>
          <p:nvPr/>
        </p:nvGrpSpPr>
        <p:grpSpPr>
          <a:xfrm>
            <a:off x="11036970" y="433137"/>
            <a:ext cx="577516" cy="336883"/>
            <a:chOff x="11101138" y="224590"/>
            <a:chExt cx="577516" cy="336883"/>
          </a:xfrm>
          <a:gradFill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</a:gradFill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8353590F-E66E-4AD5-82BE-54D6EEA22905}"/>
                </a:ext>
              </a:extLst>
            </p:cNvPr>
            <p:cNvGrpSpPr/>
            <p:nvPr/>
          </p:nvGrpSpPr>
          <p:grpSpPr>
            <a:xfrm>
              <a:off x="11101138" y="224590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E75A3E97-188A-4A95-9227-AC557E7F1166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B1E1A13C-6F26-420D-BF72-25C308C63813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2E5B9BBA-9944-46E7-BB81-1D05B973F67D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1ECA28A0-CA7F-49A1-88BF-9D7F0145B23F}"/>
                </a:ext>
              </a:extLst>
            </p:cNvPr>
            <p:cNvGrpSpPr/>
            <p:nvPr/>
          </p:nvGrpSpPr>
          <p:grpSpPr>
            <a:xfrm>
              <a:off x="11101138" y="433137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9627EADE-C447-47F0-9C1C-2DDC8BDF9483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6E7FE2E8-6DD9-4CC0-8923-5AEC127D253B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CF62E0C1-47F4-4F52-A0FB-993459940EEC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58941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7CF94C11-D7C5-4C89-9187-499D54CA6042}"/>
              </a:ext>
            </a:extLst>
          </p:cNvPr>
          <p:cNvSpPr/>
          <p:nvPr/>
        </p:nvSpPr>
        <p:spPr>
          <a:xfrm flipH="1">
            <a:off x="-3625516" y="2967789"/>
            <a:ext cx="15817516" cy="4309311"/>
          </a:xfrm>
          <a:custGeom>
            <a:avLst/>
            <a:gdLst>
              <a:gd name="connsiteX0" fmla="*/ 9262035 w 12192000"/>
              <a:gd name="connsiteY0" fmla="*/ 524 h 3733799"/>
              <a:gd name="connsiteX1" fmla="*/ 10724838 w 12192000"/>
              <a:gd name="connsiteY1" fmla="*/ 536169 h 3733799"/>
              <a:gd name="connsiteX2" fmla="*/ 12118293 w 12192000"/>
              <a:gd name="connsiteY2" fmla="*/ 1133797 h 3733799"/>
              <a:gd name="connsiteX3" fmla="*/ 12192000 w 12192000"/>
              <a:gd name="connsiteY3" fmla="*/ 1141226 h 3733799"/>
              <a:gd name="connsiteX4" fmla="*/ 12192000 w 12192000"/>
              <a:gd name="connsiteY4" fmla="*/ 3733799 h 3733799"/>
              <a:gd name="connsiteX5" fmla="*/ 0 w 12192000"/>
              <a:gd name="connsiteY5" fmla="*/ 3733799 h 3733799"/>
              <a:gd name="connsiteX6" fmla="*/ 0 w 12192000"/>
              <a:gd name="connsiteY6" fmla="*/ 2044617 h 3733799"/>
              <a:gd name="connsiteX7" fmla="*/ 59075 w 12192000"/>
              <a:gd name="connsiteY7" fmla="*/ 2081444 h 3733799"/>
              <a:gd name="connsiteX8" fmla="*/ 1327269 w 12192000"/>
              <a:gd name="connsiteY8" fmla="*/ 1977000 h 3733799"/>
              <a:gd name="connsiteX9" fmla="*/ 7250856 w 12192000"/>
              <a:gd name="connsiteY9" fmla="*/ 1395612 h 3733799"/>
              <a:gd name="connsiteX10" fmla="*/ 9262035 w 12192000"/>
              <a:gd name="connsiteY10" fmla="*/ 524 h 373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3733799">
                <a:moveTo>
                  <a:pt x="9262035" y="524"/>
                </a:moveTo>
                <a:cubicBezTo>
                  <a:pt x="9668911" y="-10661"/>
                  <a:pt x="10127283" y="157003"/>
                  <a:pt x="10724838" y="536169"/>
                </a:cubicBezTo>
                <a:cubicBezTo>
                  <a:pt x="11361364" y="914018"/>
                  <a:pt x="11800751" y="1086239"/>
                  <a:pt x="12118293" y="1133797"/>
                </a:cubicBezTo>
                <a:lnTo>
                  <a:pt x="12192000" y="1141226"/>
                </a:lnTo>
                <a:lnTo>
                  <a:pt x="12192000" y="3733799"/>
                </a:lnTo>
                <a:lnTo>
                  <a:pt x="0" y="3733799"/>
                </a:lnTo>
                <a:lnTo>
                  <a:pt x="0" y="2044617"/>
                </a:lnTo>
                <a:lnTo>
                  <a:pt x="59075" y="2081444"/>
                </a:lnTo>
                <a:cubicBezTo>
                  <a:pt x="383198" y="2264096"/>
                  <a:pt x="784719" y="2276054"/>
                  <a:pt x="1327269" y="1977000"/>
                </a:cubicBezTo>
                <a:cubicBezTo>
                  <a:pt x="3509642" y="965892"/>
                  <a:pt x="4437524" y="4188794"/>
                  <a:pt x="7250856" y="1395612"/>
                </a:cubicBezTo>
                <a:cubicBezTo>
                  <a:pt x="8048832" y="534591"/>
                  <a:pt x="8583909" y="19161"/>
                  <a:pt x="9262035" y="524"/>
                </a:cubicBezTo>
                <a:close/>
              </a:path>
            </a:pathLst>
          </a:custGeom>
          <a:gradFill flip="none" rotWithShape="1">
            <a:gsLst>
              <a:gs pos="700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wrap="square" lIns="80632" tIns="40316" rIns="80632" bIns="40316" rtlCol="0" anchor="ctr">
            <a:noAutofit/>
          </a:bodyPr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pic>
        <p:nvPicPr>
          <p:cNvPr id="4" name="图片 3" descr="图片包含 游戏机, 乐高, 玩具&#10;&#10;描述已自动生成">
            <a:extLst>
              <a:ext uri="{FF2B5EF4-FFF2-40B4-BE49-F238E27FC236}">
                <a16:creationId xmlns:a16="http://schemas.microsoft.com/office/drawing/2014/main" id="{1B6B4506-D61D-4DE3-821C-FD034A1333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3" t="1839" r="20680" b="3129"/>
          <a:stretch/>
        </p:blipFill>
        <p:spPr>
          <a:xfrm>
            <a:off x="0" y="944827"/>
            <a:ext cx="4232293" cy="4968346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5009BD08-5833-491A-8F45-1A78D0A8F6F4}"/>
              </a:ext>
            </a:extLst>
          </p:cNvPr>
          <p:cNvGrpSpPr/>
          <p:nvPr/>
        </p:nvGrpSpPr>
        <p:grpSpPr>
          <a:xfrm>
            <a:off x="4272972" y="2395178"/>
            <a:ext cx="1611338" cy="1835927"/>
            <a:chOff x="6791582" y="879197"/>
            <a:chExt cx="1611338" cy="1835927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B126BA60-C337-444C-925C-F58E37F2609A}"/>
                </a:ext>
              </a:extLst>
            </p:cNvPr>
            <p:cNvGrpSpPr/>
            <p:nvPr/>
          </p:nvGrpSpPr>
          <p:grpSpPr>
            <a:xfrm>
              <a:off x="6791582" y="879197"/>
              <a:ext cx="1611338" cy="1835927"/>
              <a:chOff x="6791582" y="879197"/>
              <a:chExt cx="1611338" cy="1835927"/>
            </a:xfrm>
          </p:grpSpPr>
          <p:sp>
            <p:nvSpPr>
              <p:cNvPr id="11" name="菱形 10">
                <a:extLst>
                  <a:ext uri="{FF2B5EF4-FFF2-40B4-BE49-F238E27FC236}">
                    <a16:creationId xmlns:a16="http://schemas.microsoft.com/office/drawing/2014/main" id="{864041CC-4DE5-4724-BDD2-9F0A12A083C5}"/>
                  </a:ext>
                </a:extLst>
              </p:cNvPr>
              <p:cNvSpPr/>
              <p:nvPr/>
            </p:nvSpPr>
            <p:spPr>
              <a:xfrm>
                <a:off x="6791582" y="879197"/>
                <a:ext cx="1611338" cy="1611338"/>
              </a:xfrm>
              <a:prstGeom prst="diamond">
                <a:avLst/>
              </a:prstGeom>
              <a:solidFill>
                <a:srgbClr val="40AB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12" name="菱形 11">
                <a:extLst>
                  <a:ext uri="{FF2B5EF4-FFF2-40B4-BE49-F238E27FC236}">
                    <a16:creationId xmlns:a16="http://schemas.microsoft.com/office/drawing/2014/main" id="{F248DF4A-41EE-4ED5-AF65-F515037FDAA5}"/>
                  </a:ext>
                </a:extLst>
              </p:cNvPr>
              <p:cNvSpPr/>
              <p:nvPr/>
            </p:nvSpPr>
            <p:spPr>
              <a:xfrm>
                <a:off x="6791582" y="1103786"/>
                <a:ext cx="1611338" cy="1611338"/>
              </a:xfrm>
              <a:prstGeom prst="diamond">
                <a:avLst/>
              </a:prstGeom>
              <a:solidFill>
                <a:srgbClr val="3B5A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6BA6146-AA3F-4AA1-9E53-1DC78BA1202B}"/>
                </a:ext>
              </a:extLst>
            </p:cNvPr>
            <p:cNvSpPr/>
            <p:nvPr/>
          </p:nvSpPr>
          <p:spPr>
            <a:xfrm>
              <a:off x="7039549" y="1457657"/>
              <a:ext cx="1133645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6000" b="1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zh-CN" altLang="en-US" sz="3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365373A9-7A76-4A05-BFAB-3B20E21B86C0}"/>
              </a:ext>
            </a:extLst>
          </p:cNvPr>
          <p:cNvSpPr txBox="1"/>
          <p:nvPr/>
        </p:nvSpPr>
        <p:spPr>
          <a:xfrm>
            <a:off x="6256421" y="2565919"/>
            <a:ext cx="4523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800" kern="0" dirty="0">
                <a:solidFill>
                  <a:srgbClr val="000000">
                    <a:lumMod val="75000"/>
                    <a:lumOff val="25000"/>
                  </a:srgbClr>
                </a:solidFill>
                <a:cs typeface="+mn-ea"/>
                <a:sym typeface="+mn-lt"/>
              </a:rPr>
              <a:t>设计创意来源</a:t>
            </a:r>
          </a:p>
        </p:txBody>
      </p:sp>
    </p:spTree>
    <p:extLst>
      <p:ext uri="{BB962C8B-B14F-4D97-AF65-F5344CB8AC3E}">
        <p14:creationId xmlns:p14="http://schemas.microsoft.com/office/powerpoint/2010/main" val="636776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2" accel="21000" decel="79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C7DE375-CF15-4CFC-8610-28B834AD8EBA}"/>
              </a:ext>
            </a:extLst>
          </p:cNvPr>
          <p:cNvGrpSpPr/>
          <p:nvPr/>
        </p:nvGrpSpPr>
        <p:grpSpPr>
          <a:xfrm>
            <a:off x="-423990" y="217893"/>
            <a:ext cx="3365322" cy="732549"/>
            <a:chOff x="-423990" y="217893"/>
            <a:chExt cx="3365322" cy="73254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EC48D24-8D4A-4837-9382-CA2E337D0D3B}"/>
                </a:ext>
              </a:extLst>
            </p:cNvPr>
            <p:cNvSpPr/>
            <p:nvPr/>
          </p:nvSpPr>
          <p:spPr>
            <a:xfrm rot="2700000" flipH="1">
              <a:off x="-290379" y="217893"/>
              <a:ext cx="721788" cy="721788"/>
            </a:xfrm>
            <a:prstGeom prst="roundRect">
              <a:avLst/>
            </a:prstGeom>
            <a:solidFill>
              <a:srgbClr val="40AB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24D9AF7-7B1D-4967-8F86-63746E969DF7}"/>
                </a:ext>
              </a:extLst>
            </p:cNvPr>
            <p:cNvSpPr/>
            <p:nvPr/>
          </p:nvSpPr>
          <p:spPr>
            <a:xfrm rot="2700000" flipH="1">
              <a:off x="-423990" y="228654"/>
              <a:ext cx="721788" cy="721788"/>
            </a:xfrm>
            <a:prstGeom prst="roundRect">
              <a:avLst/>
            </a:prstGeom>
            <a:solidFill>
              <a:srgbClr val="3B5AA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67EB210-6E19-4CEF-8985-B82A0242AEAB}"/>
                </a:ext>
              </a:extLst>
            </p:cNvPr>
            <p:cNvSpPr/>
            <p:nvPr/>
          </p:nvSpPr>
          <p:spPr>
            <a:xfrm>
              <a:off x="602230" y="297160"/>
              <a:ext cx="233910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设计创新来源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1E14293-55B3-466B-84F7-072BEB95AE0A}"/>
              </a:ext>
            </a:extLst>
          </p:cNvPr>
          <p:cNvGrpSpPr/>
          <p:nvPr/>
        </p:nvGrpSpPr>
        <p:grpSpPr>
          <a:xfrm>
            <a:off x="449180" y="6176210"/>
            <a:ext cx="577516" cy="336883"/>
            <a:chOff x="11101138" y="224590"/>
            <a:chExt cx="577516" cy="336883"/>
          </a:xfrm>
          <a:gradFill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46E16E13-BF00-4181-8CC7-E0849C953B5E}"/>
                </a:ext>
              </a:extLst>
            </p:cNvPr>
            <p:cNvGrpSpPr/>
            <p:nvPr/>
          </p:nvGrpSpPr>
          <p:grpSpPr>
            <a:xfrm>
              <a:off x="11101138" y="224590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B3D5D928-9179-4920-9590-FEA8F8980372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3072782D-DDAD-44C3-B29D-51CAE8A7A763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D88B4190-4B1A-4875-B687-ABA4D407B854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18E97B64-F1E7-40EA-AEDC-2744866B2889}"/>
                </a:ext>
              </a:extLst>
            </p:cNvPr>
            <p:cNvGrpSpPr/>
            <p:nvPr/>
          </p:nvGrpSpPr>
          <p:grpSpPr>
            <a:xfrm>
              <a:off x="11101138" y="433137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061DCBDC-251F-4F51-9A4B-F07D9F4963B0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60B95B6D-B006-450E-8262-5C345B1E2981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618BBD9F-5764-46F8-8A92-5CBACEBAA133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B628D4FC-9F2B-4ED6-984C-CC495C7DF825}"/>
              </a:ext>
            </a:extLst>
          </p:cNvPr>
          <p:cNvSpPr/>
          <p:nvPr/>
        </p:nvSpPr>
        <p:spPr>
          <a:xfrm flipV="1">
            <a:off x="10379242" y="4620506"/>
            <a:ext cx="1812757" cy="2237490"/>
          </a:xfrm>
          <a:custGeom>
            <a:avLst/>
            <a:gdLst>
              <a:gd name="connsiteX0" fmla="*/ 1267209 w 1267209"/>
              <a:gd name="connsiteY0" fmla="*/ 0 h 1620256"/>
              <a:gd name="connsiteX1" fmla="*/ 1267209 w 1267209"/>
              <a:gd name="connsiteY1" fmla="*/ 1620256 h 1620256"/>
              <a:gd name="connsiteX2" fmla="*/ 1244797 w 1267209"/>
              <a:gd name="connsiteY2" fmla="*/ 1613203 h 1620256"/>
              <a:gd name="connsiteX3" fmla="*/ 974486 w 1267209"/>
              <a:gd name="connsiteY3" fmla="*/ 1462269 h 1620256"/>
              <a:gd name="connsiteX4" fmla="*/ 799015 w 1267209"/>
              <a:gd name="connsiteY4" fmla="*/ 631459 h 1620256"/>
              <a:gd name="connsiteX5" fmla="*/ 51638 w 1267209"/>
              <a:gd name="connsiteY5" fmla="*/ 261537 h 1620256"/>
              <a:gd name="connsiteX6" fmla="*/ 0 w 1267209"/>
              <a:gd name="connsiteY6" fmla="*/ 71513 h 1620256"/>
              <a:gd name="connsiteX7" fmla="*/ 4845 w 1267209"/>
              <a:gd name="connsiteY7" fmla="*/ 0 h 162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7209" h="1620256">
                <a:moveTo>
                  <a:pt x="1267209" y="0"/>
                </a:moveTo>
                <a:lnTo>
                  <a:pt x="1267209" y="1620256"/>
                </a:lnTo>
                <a:lnTo>
                  <a:pt x="1244797" y="1613203"/>
                </a:lnTo>
                <a:cubicBezTo>
                  <a:pt x="1132041" y="1573564"/>
                  <a:pt x="1032319" y="1524229"/>
                  <a:pt x="974486" y="1462269"/>
                </a:cubicBezTo>
                <a:cubicBezTo>
                  <a:pt x="799015" y="1274276"/>
                  <a:pt x="952822" y="831581"/>
                  <a:pt x="799015" y="631459"/>
                </a:cubicBezTo>
                <a:cubicBezTo>
                  <a:pt x="645206" y="431338"/>
                  <a:pt x="163203" y="427295"/>
                  <a:pt x="51638" y="261537"/>
                </a:cubicBezTo>
                <a:cubicBezTo>
                  <a:pt x="16774" y="209737"/>
                  <a:pt x="1479" y="143034"/>
                  <a:pt x="0" y="71513"/>
                </a:cubicBezTo>
                <a:lnTo>
                  <a:pt x="4845" y="0"/>
                </a:lnTo>
                <a:close/>
              </a:path>
            </a:pathLst>
          </a:custGeom>
          <a:gradFill flip="none" rotWithShape="1"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27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CF42A7D-F9A2-43BE-AE28-0DC6731254EB}"/>
              </a:ext>
            </a:extLst>
          </p:cNvPr>
          <p:cNvGrpSpPr/>
          <p:nvPr/>
        </p:nvGrpSpPr>
        <p:grpSpPr>
          <a:xfrm>
            <a:off x="4543001" y="1466929"/>
            <a:ext cx="6542095" cy="4211976"/>
            <a:chOff x="4543001" y="1466929"/>
            <a:chExt cx="6542095" cy="4211976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B8A954B-BB47-4B7D-9582-99A19EEF81A7}"/>
                </a:ext>
              </a:extLst>
            </p:cNvPr>
            <p:cNvSpPr/>
            <p:nvPr/>
          </p:nvSpPr>
          <p:spPr>
            <a:xfrm>
              <a:off x="4543001" y="1466929"/>
              <a:ext cx="6542095" cy="4211976"/>
            </a:xfrm>
            <a:prstGeom prst="rect">
              <a:avLst/>
            </a:prstGeom>
            <a:gradFill>
              <a:gsLst>
                <a:gs pos="0">
                  <a:srgbClr val="40ABFA">
                    <a:alpha val="90000"/>
                  </a:srgbClr>
                </a:gs>
                <a:gs pos="98000">
                  <a:srgbClr val="3B5AA7">
                    <a:alpha val="90000"/>
                  </a:srgbClr>
                </a:gs>
              </a:gsLst>
              <a:lin ang="1260000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635000" algn="c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zh-CN" altLang="en-US" sz="1774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B779096-4906-4BC1-9AA1-849470E30F01}"/>
                </a:ext>
              </a:extLst>
            </p:cNvPr>
            <p:cNvSpPr txBox="1"/>
            <p:nvPr/>
          </p:nvSpPr>
          <p:spPr>
            <a:xfrm>
              <a:off x="5561297" y="2032618"/>
              <a:ext cx="5010451" cy="4181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hangingPunct="0">
                <a:lnSpc>
                  <a:spcPct val="150000"/>
                </a:lnSpc>
                <a:defRPr/>
              </a:pPr>
              <a:endParaRPr lang="zh-CN" altLang="en-US" sz="1600" b="1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47B3B4FB-2B63-489E-85CB-0200E6452D54}"/>
                </a:ext>
              </a:extLst>
            </p:cNvPr>
            <p:cNvSpPr txBox="1"/>
            <p:nvPr/>
          </p:nvSpPr>
          <p:spPr>
            <a:xfrm>
              <a:off x="5047949" y="1840112"/>
              <a:ext cx="5010451" cy="3003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hangingPunct="0">
                <a:lnSpc>
                  <a:spcPct val="150000"/>
                </a:lnSpc>
                <a:defRPr/>
              </a:pPr>
              <a:r>
                <a:rPr lang="zh-CN" altLang="en-US" sz="1600" b="0" i="0" dirty="0">
                  <a:solidFill>
                    <a:schemeClr val="bg1"/>
                  </a:solidFill>
                  <a:effectLst/>
                  <a:latin typeface="-apple-system"/>
                </a:rPr>
                <a:t>随着资源问题的日益严峻，人们开始有意识的进行资源在利用，二手书便是资源再利用的一个思路，通过对大学生群体的调查发现，大多数学生出于价格等因素更愿意使用二手书，然而目前二手书的交易存在线下寻书难，线上质量无保证的难题，我们深刻剖析了大学生在购买二手书时存在的一些困难，并以创新的方式依托互联网</a:t>
              </a:r>
              <a:r>
                <a:rPr lang="en-US" altLang="zh-CN" sz="1600" b="0" i="0" dirty="0">
                  <a:solidFill>
                    <a:schemeClr val="bg1"/>
                  </a:solidFill>
                  <a:effectLst/>
                  <a:latin typeface="-apple-system"/>
                </a:rPr>
                <a:t>web</a:t>
              </a:r>
              <a:r>
                <a:rPr lang="zh-CN" altLang="en-US" sz="1600" b="0" i="0" dirty="0">
                  <a:solidFill>
                    <a:schemeClr val="bg1"/>
                  </a:solidFill>
                  <a:effectLst/>
                  <a:latin typeface="-apple-system"/>
                </a:rPr>
                <a:t>平台给予解决，书伴平台便由此诞生。</a:t>
              </a:r>
              <a:endParaRPr lang="zh-CN" altLang="en-US" sz="1600" b="1" kern="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240ED63-90E2-437F-AEAB-F7836EC4B453}"/>
                </a:ext>
              </a:extLst>
            </p:cNvPr>
            <p:cNvSpPr txBox="1"/>
            <p:nvPr/>
          </p:nvSpPr>
          <p:spPr>
            <a:xfrm>
              <a:off x="5561297" y="4246428"/>
              <a:ext cx="5010451" cy="4181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hangingPunct="0">
                <a:lnSpc>
                  <a:spcPct val="150000"/>
                </a:lnSpc>
                <a:defRPr/>
              </a:pPr>
              <a:endParaRPr lang="zh-CN" altLang="en-US" sz="1600" b="1" kern="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5F65B7F1-2CEA-4495-B541-B8E9181BE820}"/>
              </a:ext>
            </a:extLst>
          </p:cNvPr>
          <p:cNvGrpSpPr/>
          <p:nvPr/>
        </p:nvGrpSpPr>
        <p:grpSpPr>
          <a:xfrm>
            <a:off x="1347537" y="844628"/>
            <a:ext cx="3211376" cy="4834278"/>
            <a:chOff x="1347537" y="844628"/>
            <a:chExt cx="3211376" cy="4834278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C8F85F1D-E730-41D5-847C-4A6017345537}"/>
                </a:ext>
              </a:extLst>
            </p:cNvPr>
            <p:cNvGrpSpPr/>
            <p:nvPr/>
          </p:nvGrpSpPr>
          <p:grpSpPr>
            <a:xfrm>
              <a:off x="1347537" y="3240506"/>
              <a:ext cx="3211376" cy="2438400"/>
              <a:chOff x="1347537" y="1459831"/>
              <a:chExt cx="3211376" cy="2438400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6D9BC331-DFDF-410D-84F2-BE1040254A3E}"/>
                  </a:ext>
                </a:extLst>
              </p:cNvPr>
              <p:cNvSpPr/>
              <p:nvPr/>
            </p:nvSpPr>
            <p:spPr>
              <a:xfrm>
                <a:off x="1347537" y="1459831"/>
                <a:ext cx="3211376" cy="2438400"/>
              </a:xfrm>
              <a:prstGeom prst="rect">
                <a:avLst/>
              </a:prstGeom>
              <a:solidFill>
                <a:srgbClr val="40ABF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sz="1774" kern="0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Text Placeholder 2">
                <a:extLst>
                  <a:ext uri="{FF2B5EF4-FFF2-40B4-BE49-F238E27FC236}">
                    <a16:creationId xmlns:a16="http://schemas.microsoft.com/office/drawing/2014/main" id="{C71A3FF1-2041-47A1-89FD-C0B341F906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8168" y="1989220"/>
                <a:ext cx="2695074" cy="1780674"/>
              </a:xfrm>
              <a:prstGeom prst="rect">
                <a:avLst/>
              </a:prstGeom>
            </p:spPr>
            <p:txBody>
              <a:bodyPr/>
              <a:lstStyle>
                <a:lvl1pPr marL="0" indent="0" algn="ctr" defTabSz="914400" rtl="0" eaLnBrk="1" latinLnBrk="0" hangingPunct="1">
                  <a:lnSpc>
                    <a:spcPct val="6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b="0" i="0" kern="1200">
                    <a:solidFill>
                      <a:schemeClr val="tx1"/>
                    </a:solidFill>
                    <a:latin typeface="SF UI Display Thin" charset="0"/>
                    <a:ea typeface="SF UI Display Thin" charset="0"/>
                    <a:cs typeface="SF UI Display Thin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780"/>
                  </a:lnSpc>
                  <a:spcBef>
                    <a:spcPts val="400"/>
                  </a:spcBef>
                </a:pPr>
                <a:endParaRPr lang="zh-CN" altLang="en-US" sz="1600" b="1" dirty="0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EC6BDE2-A59E-404D-8039-020BAD94DAD9}"/>
                </a:ext>
              </a:extLst>
            </p:cNvPr>
            <p:cNvGrpSpPr/>
            <p:nvPr/>
          </p:nvGrpSpPr>
          <p:grpSpPr>
            <a:xfrm>
              <a:off x="1347537" y="844628"/>
              <a:ext cx="3208420" cy="2852660"/>
              <a:chOff x="1347537" y="844628"/>
              <a:chExt cx="3208420" cy="2852660"/>
            </a:xfrm>
          </p:grpSpPr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DBC46AE-31AA-4D3D-9E9E-16D5F7DC4CEC}"/>
                  </a:ext>
                </a:extLst>
              </p:cNvPr>
              <p:cNvSpPr/>
              <p:nvPr/>
            </p:nvSpPr>
            <p:spPr>
              <a:xfrm>
                <a:off x="1347537" y="1459831"/>
                <a:ext cx="3208420" cy="1796716"/>
              </a:xfrm>
              <a:prstGeom prst="rect">
                <a:avLst/>
              </a:prstGeom>
              <a:solidFill>
                <a:srgbClr val="40ABFA"/>
              </a:solidFill>
              <a:ln>
                <a:noFill/>
              </a:ln>
              <a:effectLst>
                <a:outerShdw blurRad="635000" algn="ctr" rotWithShape="0">
                  <a:prstClr val="black">
                    <a:alpha val="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pic>
            <p:nvPicPr>
              <p:cNvPr id="32" name="图片 31">
                <a:extLst>
                  <a:ext uri="{FF2B5EF4-FFF2-40B4-BE49-F238E27FC236}">
                    <a16:creationId xmlns:a16="http://schemas.microsoft.com/office/drawing/2014/main" id="{EC1368B9-240A-4197-B793-D3B617D4521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119" b="13740"/>
              <a:stretch/>
            </p:blipFill>
            <p:spPr>
              <a:xfrm>
                <a:off x="1540042" y="844628"/>
                <a:ext cx="2967789" cy="2852660"/>
              </a:xfrm>
              <a:prstGeom prst="rect">
                <a:avLst/>
              </a:prstGeom>
            </p:spPr>
          </p:pic>
        </p:grp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64D3985-A879-40DA-B732-383D0F42C94B}"/>
              </a:ext>
            </a:extLst>
          </p:cNvPr>
          <p:cNvGrpSpPr/>
          <p:nvPr/>
        </p:nvGrpSpPr>
        <p:grpSpPr>
          <a:xfrm>
            <a:off x="7447547" y="216333"/>
            <a:ext cx="4166937" cy="529389"/>
            <a:chOff x="2021305" y="1980965"/>
            <a:chExt cx="3529263" cy="529389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D7624F2-2DD0-43D9-88D0-B8E64B89D8F4}"/>
                </a:ext>
              </a:extLst>
            </p:cNvPr>
            <p:cNvSpPr txBox="1"/>
            <p:nvPr/>
          </p:nvSpPr>
          <p:spPr>
            <a:xfrm>
              <a:off x="2239879" y="2107159"/>
              <a:ext cx="219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基于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二手书交易平台 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|</a:t>
              </a:r>
              <a:endParaRPr lang="zh-CN" altLang="en-US" sz="1200" dirty="0">
                <a:solidFill>
                  <a:srgbClr val="40ABFA"/>
                </a:solidFill>
                <a:cs typeface="+mn-ea"/>
                <a:sym typeface="+mn-lt"/>
              </a:endParaRP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9E48537A-26A8-48A1-8DDF-76BFFAE80CD3}"/>
                </a:ext>
              </a:extLst>
            </p:cNvPr>
            <p:cNvSpPr/>
            <p:nvPr/>
          </p:nvSpPr>
          <p:spPr>
            <a:xfrm>
              <a:off x="2021305" y="1980965"/>
              <a:ext cx="3529263" cy="52938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EEF903DB-0846-42C7-B89F-9DC727E94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02870" y="2040119"/>
              <a:ext cx="411080" cy="4110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6841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19000" decel="81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19000" decel="8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2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C7DE375-CF15-4CFC-8610-28B834AD8EBA}"/>
              </a:ext>
            </a:extLst>
          </p:cNvPr>
          <p:cNvGrpSpPr/>
          <p:nvPr/>
        </p:nvGrpSpPr>
        <p:grpSpPr>
          <a:xfrm>
            <a:off x="-423990" y="217893"/>
            <a:ext cx="3365322" cy="732549"/>
            <a:chOff x="-423990" y="217893"/>
            <a:chExt cx="3365322" cy="73254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EC48D24-8D4A-4837-9382-CA2E337D0D3B}"/>
                </a:ext>
              </a:extLst>
            </p:cNvPr>
            <p:cNvSpPr/>
            <p:nvPr/>
          </p:nvSpPr>
          <p:spPr>
            <a:xfrm rot="2700000" flipH="1">
              <a:off x="-290379" y="217893"/>
              <a:ext cx="721788" cy="721788"/>
            </a:xfrm>
            <a:prstGeom prst="roundRect">
              <a:avLst/>
            </a:prstGeom>
            <a:solidFill>
              <a:srgbClr val="40AB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24D9AF7-7B1D-4967-8F86-63746E969DF7}"/>
                </a:ext>
              </a:extLst>
            </p:cNvPr>
            <p:cNvSpPr/>
            <p:nvPr/>
          </p:nvSpPr>
          <p:spPr>
            <a:xfrm rot="2700000" flipH="1">
              <a:off x="-423990" y="228654"/>
              <a:ext cx="721788" cy="721788"/>
            </a:xfrm>
            <a:prstGeom prst="roundRect">
              <a:avLst/>
            </a:prstGeom>
            <a:solidFill>
              <a:srgbClr val="3B5AA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67EB210-6E19-4CEF-8985-B82A0242AEAB}"/>
                </a:ext>
              </a:extLst>
            </p:cNvPr>
            <p:cNvSpPr/>
            <p:nvPr/>
          </p:nvSpPr>
          <p:spPr>
            <a:xfrm>
              <a:off x="602230" y="297160"/>
              <a:ext cx="233910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问卷调查数据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1E14293-55B3-466B-84F7-072BEB95AE0A}"/>
              </a:ext>
            </a:extLst>
          </p:cNvPr>
          <p:cNvGrpSpPr/>
          <p:nvPr/>
        </p:nvGrpSpPr>
        <p:grpSpPr>
          <a:xfrm>
            <a:off x="449180" y="6176210"/>
            <a:ext cx="577516" cy="336883"/>
            <a:chOff x="11101138" y="224590"/>
            <a:chExt cx="577516" cy="336883"/>
          </a:xfrm>
          <a:gradFill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46E16E13-BF00-4181-8CC7-E0849C953B5E}"/>
                </a:ext>
              </a:extLst>
            </p:cNvPr>
            <p:cNvGrpSpPr/>
            <p:nvPr/>
          </p:nvGrpSpPr>
          <p:grpSpPr>
            <a:xfrm>
              <a:off x="11101138" y="224590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B3D5D928-9179-4920-9590-FEA8F8980372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3072782D-DDAD-44C3-B29D-51CAE8A7A763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D88B4190-4B1A-4875-B687-ABA4D407B854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18E97B64-F1E7-40EA-AEDC-2744866B2889}"/>
                </a:ext>
              </a:extLst>
            </p:cNvPr>
            <p:cNvGrpSpPr/>
            <p:nvPr/>
          </p:nvGrpSpPr>
          <p:grpSpPr>
            <a:xfrm>
              <a:off x="11101138" y="433137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061DCBDC-251F-4F51-9A4B-F07D9F4963B0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60B95B6D-B006-450E-8262-5C345B1E2981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618BBD9F-5764-46F8-8A92-5CBACEBAA133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B628D4FC-9F2B-4ED6-984C-CC495C7DF825}"/>
              </a:ext>
            </a:extLst>
          </p:cNvPr>
          <p:cNvSpPr/>
          <p:nvPr/>
        </p:nvSpPr>
        <p:spPr>
          <a:xfrm flipV="1">
            <a:off x="10379242" y="4620506"/>
            <a:ext cx="1812757" cy="2237490"/>
          </a:xfrm>
          <a:custGeom>
            <a:avLst/>
            <a:gdLst>
              <a:gd name="connsiteX0" fmla="*/ 1267209 w 1267209"/>
              <a:gd name="connsiteY0" fmla="*/ 0 h 1620256"/>
              <a:gd name="connsiteX1" fmla="*/ 1267209 w 1267209"/>
              <a:gd name="connsiteY1" fmla="*/ 1620256 h 1620256"/>
              <a:gd name="connsiteX2" fmla="*/ 1244797 w 1267209"/>
              <a:gd name="connsiteY2" fmla="*/ 1613203 h 1620256"/>
              <a:gd name="connsiteX3" fmla="*/ 974486 w 1267209"/>
              <a:gd name="connsiteY3" fmla="*/ 1462269 h 1620256"/>
              <a:gd name="connsiteX4" fmla="*/ 799015 w 1267209"/>
              <a:gd name="connsiteY4" fmla="*/ 631459 h 1620256"/>
              <a:gd name="connsiteX5" fmla="*/ 51638 w 1267209"/>
              <a:gd name="connsiteY5" fmla="*/ 261537 h 1620256"/>
              <a:gd name="connsiteX6" fmla="*/ 0 w 1267209"/>
              <a:gd name="connsiteY6" fmla="*/ 71513 h 1620256"/>
              <a:gd name="connsiteX7" fmla="*/ 4845 w 1267209"/>
              <a:gd name="connsiteY7" fmla="*/ 0 h 162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7209" h="1620256">
                <a:moveTo>
                  <a:pt x="1267209" y="0"/>
                </a:moveTo>
                <a:lnTo>
                  <a:pt x="1267209" y="1620256"/>
                </a:lnTo>
                <a:lnTo>
                  <a:pt x="1244797" y="1613203"/>
                </a:lnTo>
                <a:cubicBezTo>
                  <a:pt x="1132041" y="1573564"/>
                  <a:pt x="1032319" y="1524229"/>
                  <a:pt x="974486" y="1462269"/>
                </a:cubicBezTo>
                <a:cubicBezTo>
                  <a:pt x="799015" y="1274276"/>
                  <a:pt x="952822" y="831581"/>
                  <a:pt x="799015" y="631459"/>
                </a:cubicBezTo>
                <a:cubicBezTo>
                  <a:pt x="645206" y="431338"/>
                  <a:pt x="163203" y="427295"/>
                  <a:pt x="51638" y="261537"/>
                </a:cubicBezTo>
                <a:cubicBezTo>
                  <a:pt x="16774" y="209737"/>
                  <a:pt x="1479" y="143034"/>
                  <a:pt x="0" y="71513"/>
                </a:cubicBezTo>
                <a:lnTo>
                  <a:pt x="4845" y="0"/>
                </a:lnTo>
                <a:close/>
              </a:path>
            </a:pathLst>
          </a:custGeom>
          <a:gradFill flip="none" rotWithShape="1"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27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64D3985-A879-40DA-B732-383D0F42C94B}"/>
              </a:ext>
            </a:extLst>
          </p:cNvPr>
          <p:cNvGrpSpPr/>
          <p:nvPr/>
        </p:nvGrpSpPr>
        <p:grpSpPr>
          <a:xfrm>
            <a:off x="7447547" y="216333"/>
            <a:ext cx="4166937" cy="529389"/>
            <a:chOff x="2021305" y="1980965"/>
            <a:chExt cx="3529263" cy="529389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D7624F2-2DD0-43D9-88D0-B8E64B89D8F4}"/>
                </a:ext>
              </a:extLst>
            </p:cNvPr>
            <p:cNvSpPr txBox="1"/>
            <p:nvPr/>
          </p:nvSpPr>
          <p:spPr>
            <a:xfrm>
              <a:off x="2239879" y="2107159"/>
              <a:ext cx="219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基于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二手书交易平台 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|</a:t>
              </a:r>
              <a:endParaRPr lang="zh-CN" altLang="en-US" sz="1200" dirty="0">
                <a:solidFill>
                  <a:srgbClr val="40ABFA"/>
                </a:solidFill>
                <a:cs typeface="+mn-ea"/>
                <a:sym typeface="+mn-lt"/>
              </a:endParaRP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9E48537A-26A8-48A1-8DDF-76BFFAE80CD3}"/>
                </a:ext>
              </a:extLst>
            </p:cNvPr>
            <p:cNvSpPr/>
            <p:nvPr/>
          </p:nvSpPr>
          <p:spPr>
            <a:xfrm>
              <a:off x="2021305" y="1980965"/>
              <a:ext cx="3529263" cy="52938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EEF903DB-0846-42C7-B89F-9DC727E94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02870" y="2040119"/>
              <a:ext cx="411080" cy="411080"/>
            </a:xfrm>
            <a:prstGeom prst="rect">
              <a:avLst/>
            </a:prstGeom>
          </p:spPr>
        </p:pic>
      </p:grpSp>
      <p:pic>
        <p:nvPicPr>
          <p:cNvPr id="35" name="图片 34">
            <a:extLst>
              <a:ext uri="{FF2B5EF4-FFF2-40B4-BE49-F238E27FC236}">
                <a16:creationId xmlns:a16="http://schemas.microsoft.com/office/drawing/2014/main" id="{D88E8680-2F42-4FF5-9F09-61E93F87C6A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13828" y="946574"/>
            <a:ext cx="4441657" cy="2682732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641068EB-A7CC-4E34-BF35-EAFE27B7E3E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107405" y="3429000"/>
            <a:ext cx="5829315" cy="301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7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C7DE375-CF15-4CFC-8610-28B834AD8EBA}"/>
              </a:ext>
            </a:extLst>
          </p:cNvPr>
          <p:cNvGrpSpPr/>
          <p:nvPr/>
        </p:nvGrpSpPr>
        <p:grpSpPr>
          <a:xfrm>
            <a:off x="-423990" y="217893"/>
            <a:ext cx="3365322" cy="732549"/>
            <a:chOff x="-423990" y="217893"/>
            <a:chExt cx="3365322" cy="73254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EC48D24-8D4A-4837-9382-CA2E337D0D3B}"/>
                </a:ext>
              </a:extLst>
            </p:cNvPr>
            <p:cNvSpPr/>
            <p:nvPr/>
          </p:nvSpPr>
          <p:spPr>
            <a:xfrm rot="2700000" flipH="1">
              <a:off x="-290379" y="217893"/>
              <a:ext cx="721788" cy="721788"/>
            </a:xfrm>
            <a:prstGeom prst="roundRect">
              <a:avLst/>
            </a:prstGeom>
            <a:solidFill>
              <a:srgbClr val="40AB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24D9AF7-7B1D-4967-8F86-63746E969DF7}"/>
                </a:ext>
              </a:extLst>
            </p:cNvPr>
            <p:cNvSpPr/>
            <p:nvPr/>
          </p:nvSpPr>
          <p:spPr>
            <a:xfrm rot="2700000" flipH="1">
              <a:off x="-423990" y="228654"/>
              <a:ext cx="721788" cy="721788"/>
            </a:xfrm>
            <a:prstGeom prst="roundRect">
              <a:avLst/>
            </a:prstGeom>
            <a:solidFill>
              <a:srgbClr val="3B5AA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67EB210-6E19-4CEF-8985-B82A0242AEAB}"/>
                </a:ext>
              </a:extLst>
            </p:cNvPr>
            <p:cNvSpPr/>
            <p:nvPr/>
          </p:nvSpPr>
          <p:spPr>
            <a:xfrm>
              <a:off x="602230" y="297160"/>
              <a:ext cx="233910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设计创新来源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1E14293-55B3-466B-84F7-072BEB95AE0A}"/>
              </a:ext>
            </a:extLst>
          </p:cNvPr>
          <p:cNvGrpSpPr/>
          <p:nvPr/>
        </p:nvGrpSpPr>
        <p:grpSpPr>
          <a:xfrm>
            <a:off x="449180" y="6176210"/>
            <a:ext cx="577516" cy="336883"/>
            <a:chOff x="11101138" y="224590"/>
            <a:chExt cx="577516" cy="336883"/>
          </a:xfrm>
          <a:gradFill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46E16E13-BF00-4181-8CC7-E0849C953B5E}"/>
                </a:ext>
              </a:extLst>
            </p:cNvPr>
            <p:cNvGrpSpPr/>
            <p:nvPr/>
          </p:nvGrpSpPr>
          <p:grpSpPr>
            <a:xfrm>
              <a:off x="11101138" y="224590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B3D5D928-9179-4920-9590-FEA8F8980372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3072782D-DDAD-44C3-B29D-51CAE8A7A763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D88B4190-4B1A-4875-B687-ABA4D407B854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18E97B64-F1E7-40EA-AEDC-2744866B2889}"/>
                </a:ext>
              </a:extLst>
            </p:cNvPr>
            <p:cNvGrpSpPr/>
            <p:nvPr/>
          </p:nvGrpSpPr>
          <p:grpSpPr>
            <a:xfrm>
              <a:off x="11101138" y="433137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061DCBDC-251F-4F51-9A4B-F07D9F4963B0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60B95B6D-B006-450E-8262-5C345B1E2981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618BBD9F-5764-46F8-8A92-5CBACEBAA133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B628D4FC-9F2B-4ED6-984C-CC495C7DF825}"/>
              </a:ext>
            </a:extLst>
          </p:cNvPr>
          <p:cNvSpPr/>
          <p:nvPr/>
        </p:nvSpPr>
        <p:spPr>
          <a:xfrm flipV="1">
            <a:off x="10379242" y="4620506"/>
            <a:ext cx="1812757" cy="2237490"/>
          </a:xfrm>
          <a:custGeom>
            <a:avLst/>
            <a:gdLst>
              <a:gd name="connsiteX0" fmla="*/ 1267209 w 1267209"/>
              <a:gd name="connsiteY0" fmla="*/ 0 h 1620256"/>
              <a:gd name="connsiteX1" fmla="*/ 1267209 w 1267209"/>
              <a:gd name="connsiteY1" fmla="*/ 1620256 h 1620256"/>
              <a:gd name="connsiteX2" fmla="*/ 1244797 w 1267209"/>
              <a:gd name="connsiteY2" fmla="*/ 1613203 h 1620256"/>
              <a:gd name="connsiteX3" fmla="*/ 974486 w 1267209"/>
              <a:gd name="connsiteY3" fmla="*/ 1462269 h 1620256"/>
              <a:gd name="connsiteX4" fmla="*/ 799015 w 1267209"/>
              <a:gd name="connsiteY4" fmla="*/ 631459 h 1620256"/>
              <a:gd name="connsiteX5" fmla="*/ 51638 w 1267209"/>
              <a:gd name="connsiteY5" fmla="*/ 261537 h 1620256"/>
              <a:gd name="connsiteX6" fmla="*/ 0 w 1267209"/>
              <a:gd name="connsiteY6" fmla="*/ 71513 h 1620256"/>
              <a:gd name="connsiteX7" fmla="*/ 4845 w 1267209"/>
              <a:gd name="connsiteY7" fmla="*/ 0 h 162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7209" h="1620256">
                <a:moveTo>
                  <a:pt x="1267209" y="0"/>
                </a:moveTo>
                <a:lnTo>
                  <a:pt x="1267209" y="1620256"/>
                </a:lnTo>
                <a:lnTo>
                  <a:pt x="1244797" y="1613203"/>
                </a:lnTo>
                <a:cubicBezTo>
                  <a:pt x="1132041" y="1573564"/>
                  <a:pt x="1032319" y="1524229"/>
                  <a:pt x="974486" y="1462269"/>
                </a:cubicBezTo>
                <a:cubicBezTo>
                  <a:pt x="799015" y="1274276"/>
                  <a:pt x="952822" y="831581"/>
                  <a:pt x="799015" y="631459"/>
                </a:cubicBezTo>
                <a:cubicBezTo>
                  <a:pt x="645206" y="431338"/>
                  <a:pt x="163203" y="427295"/>
                  <a:pt x="51638" y="261537"/>
                </a:cubicBezTo>
                <a:cubicBezTo>
                  <a:pt x="16774" y="209737"/>
                  <a:pt x="1479" y="143034"/>
                  <a:pt x="0" y="71513"/>
                </a:cubicBezTo>
                <a:lnTo>
                  <a:pt x="4845" y="0"/>
                </a:lnTo>
                <a:close/>
              </a:path>
            </a:pathLst>
          </a:custGeom>
          <a:gradFill flip="none" rotWithShape="1"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27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64D3985-A879-40DA-B732-383D0F42C94B}"/>
              </a:ext>
            </a:extLst>
          </p:cNvPr>
          <p:cNvGrpSpPr/>
          <p:nvPr/>
        </p:nvGrpSpPr>
        <p:grpSpPr>
          <a:xfrm>
            <a:off x="7447547" y="216333"/>
            <a:ext cx="4166937" cy="529389"/>
            <a:chOff x="2021305" y="1980965"/>
            <a:chExt cx="3529263" cy="529389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D7624F2-2DD0-43D9-88D0-B8E64B89D8F4}"/>
                </a:ext>
              </a:extLst>
            </p:cNvPr>
            <p:cNvSpPr txBox="1"/>
            <p:nvPr/>
          </p:nvSpPr>
          <p:spPr>
            <a:xfrm>
              <a:off x="2239879" y="2107159"/>
              <a:ext cx="219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基于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二手书交易平台 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|</a:t>
              </a:r>
              <a:endParaRPr lang="zh-CN" altLang="en-US" sz="1200" dirty="0">
                <a:solidFill>
                  <a:srgbClr val="40ABFA"/>
                </a:solidFill>
                <a:cs typeface="+mn-ea"/>
                <a:sym typeface="+mn-lt"/>
              </a:endParaRP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9E48537A-26A8-48A1-8DDF-76BFFAE80CD3}"/>
                </a:ext>
              </a:extLst>
            </p:cNvPr>
            <p:cNvSpPr/>
            <p:nvPr/>
          </p:nvSpPr>
          <p:spPr>
            <a:xfrm>
              <a:off x="2021305" y="1980965"/>
              <a:ext cx="3529263" cy="52938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EEF903DB-0846-42C7-B89F-9DC727E94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02870" y="2040119"/>
              <a:ext cx="411080" cy="411080"/>
            </a:xfrm>
            <a:prstGeom prst="rect">
              <a:avLst/>
            </a:prstGeom>
          </p:spPr>
        </p:pic>
      </p:grpSp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538E80F6-7B26-412A-BDF1-9BBDA637B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667722"/>
              </p:ext>
            </p:extLst>
          </p:nvPr>
        </p:nvGraphicFramePr>
        <p:xfrm>
          <a:off x="1171742" y="1166909"/>
          <a:ext cx="8128000" cy="1554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83115256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79576660"/>
                    </a:ext>
                  </a:extLst>
                </a:gridCol>
              </a:tblGrid>
              <a:tr h="44681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二手书的优势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二手书存在的问题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782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价格便宜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质量无保证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500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环保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交易不方便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276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可以参考他人笔记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 寻书困难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311871"/>
                  </a:ext>
                </a:extLst>
              </a:tr>
            </a:tbl>
          </a:graphicData>
        </a:graphic>
      </p:graphicFrame>
      <p:graphicFrame>
        <p:nvGraphicFramePr>
          <p:cNvPr id="12" name="表格 22">
            <a:extLst>
              <a:ext uri="{FF2B5EF4-FFF2-40B4-BE49-F238E27FC236}">
                <a16:creationId xmlns:a16="http://schemas.microsoft.com/office/drawing/2014/main" id="{502043BE-CBFF-4C5F-B407-4C6D4FBB1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444405"/>
              </p:ext>
            </p:extLst>
          </p:nvPr>
        </p:nvGraphicFramePr>
        <p:xfrm>
          <a:off x="1243932" y="3661387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190363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66822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线上交易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线下交易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79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质量无保证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寻书困难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484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时间成本，运输成本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343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96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C7DE375-CF15-4CFC-8610-28B834AD8EBA}"/>
              </a:ext>
            </a:extLst>
          </p:cNvPr>
          <p:cNvGrpSpPr/>
          <p:nvPr/>
        </p:nvGrpSpPr>
        <p:grpSpPr>
          <a:xfrm>
            <a:off x="-423990" y="217893"/>
            <a:ext cx="2647177" cy="732549"/>
            <a:chOff x="-423990" y="217893"/>
            <a:chExt cx="2647177" cy="73254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EC48D24-8D4A-4837-9382-CA2E337D0D3B}"/>
                </a:ext>
              </a:extLst>
            </p:cNvPr>
            <p:cNvSpPr/>
            <p:nvPr/>
          </p:nvSpPr>
          <p:spPr>
            <a:xfrm rot="2700000" flipH="1">
              <a:off x="-290379" y="217893"/>
              <a:ext cx="721788" cy="721788"/>
            </a:xfrm>
            <a:prstGeom prst="roundRect">
              <a:avLst/>
            </a:prstGeom>
            <a:solidFill>
              <a:srgbClr val="40AB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24D9AF7-7B1D-4967-8F86-63746E969DF7}"/>
                </a:ext>
              </a:extLst>
            </p:cNvPr>
            <p:cNvSpPr/>
            <p:nvPr/>
          </p:nvSpPr>
          <p:spPr>
            <a:xfrm rot="2700000" flipH="1">
              <a:off x="-423990" y="228654"/>
              <a:ext cx="721788" cy="721788"/>
            </a:xfrm>
            <a:prstGeom prst="roundRect">
              <a:avLst/>
            </a:prstGeom>
            <a:solidFill>
              <a:srgbClr val="3B5AA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67EB210-6E19-4CEF-8985-B82A0242AEAB}"/>
                </a:ext>
              </a:extLst>
            </p:cNvPr>
            <p:cNvSpPr/>
            <p:nvPr/>
          </p:nvSpPr>
          <p:spPr>
            <a:xfrm>
              <a:off x="602230" y="297160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srgbClr val="000000">
                      <a:lumMod val="75000"/>
                      <a:lumOff val="25000"/>
                    </a:srgbClr>
                  </a:solidFill>
                  <a:cs typeface="+mn-ea"/>
                  <a:sym typeface="+mn-lt"/>
                </a:rPr>
                <a:t>解决方案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1E14293-55B3-466B-84F7-072BEB95AE0A}"/>
              </a:ext>
            </a:extLst>
          </p:cNvPr>
          <p:cNvGrpSpPr/>
          <p:nvPr/>
        </p:nvGrpSpPr>
        <p:grpSpPr>
          <a:xfrm>
            <a:off x="449180" y="6176210"/>
            <a:ext cx="577516" cy="336883"/>
            <a:chOff x="11101138" y="224590"/>
            <a:chExt cx="577516" cy="336883"/>
          </a:xfrm>
          <a:gradFill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46E16E13-BF00-4181-8CC7-E0849C953B5E}"/>
                </a:ext>
              </a:extLst>
            </p:cNvPr>
            <p:cNvGrpSpPr/>
            <p:nvPr/>
          </p:nvGrpSpPr>
          <p:grpSpPr>
            <a:xfrm>
              <a:off x="11101138" y="224590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B3D5D928-9179-4920-9590-FEA8F8980372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3072782D-DDAD-44C3-B29D-51CAE8A7A763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D88B4190-4B1A-4875-B687-ABA4D407B854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18E97B64-F1E7-40EA-AEDC-2744866B2889}"/>
                </a:ext>
              </a:extLst>
            </p:cNvPr>
            <p:cNvGrpSpPr/>
            <p:nvPr/>
          </p:nvGrpSpPr>
          <p:grpSpPr>
            <a:xfrm>
              <a:off x="11101138" y="433137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061DCBDC-251F-4F51-9A4B-F07D9F4963B0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60B95B6D-B006-450E-8262-5C345B1E2981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618BBD9F-5764-46F8-8A92-5CBACEBAA133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B628D4FC-9F2B-4ED6-984C-CC495C7DF825}"/>
              </a:ext>
            </a:extLst>
          </p:cNvPr>
          <p:cNvSpPr/>
          <p:nvPr/>
        </p:nvSpPr>
        <p:spPr>
          <a:xfrm flipV="1">
            <a:off x="10379242" y="4620506"/>
            <a:ext cx="1812757" cy="2237490"/>
          </a:xfrm>
          <a:custGeom>
            <a:avLst/>
            <a:gdLst>
              <a:gd name="connsiteX0" fmla="*/ 1267209 w 1267209"/>
              <a:gd name="connsiteY0" fmla="*/ 0 h 1620256"/>
              <a:gd name="connsiteX1" fmla="*/ 1267209 w 1267209"/>
              <a:gd name="connsiteY1" fmla="*/ 1620256 h 1620256"/>
              <a:gd name="connsiteX2" fmla="*/ 1244797 w 1267209"/>
              <a:gd name="connsiteY2" fmla="*/ 1613203 h 1620256"/>
              <a:gd name="connsiteX3" fmla="*/ 974486 w 1267209"/>
              <a:gd name="connsiteY3" fmla="*/ 1462269 h 1620256"/>
              <a:gd name="connsiteX4" fmla="*/ 799015 w 1267209"/>
              <a:gd name="connsiteY4" fmla="*/ 631459 h 1620256"/>
              <a:gd name="connsiteX5" fmla="*/ 51638 w 1267209"/>
              <a:gd name="connsiteY5" fmla="*/ 261537 h 1620256"/>
              <a:gd name="connsiteX6" fmla="*/ 0 w 1267209"/>
              <a:gd name="connsiteY6" fmla="*/ 71513 h 1620256"/>
              <a:gd name="connsiteX7" fmla="*/ 4845 w 1267209"/>
              <a:gd name="connsiteY7" fmla="*/ 0 h 162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7209" h="1620256">
                <a:moveTo>
                  <a:pt x="1267209" y="0"/>
                </a:moveTo>
                <a:lnTo>
                  <a:pt x="1267209" y="1620256"/>
                </a:lnTo>
                <a:lnTo>
                  <a:pt x="1244797" y="1613203"/>
                </a:lnTo>
                <a:cubicBezTo>
                  <a:pt x="1132041" y="1573564"/>
                  <a:pt x="1032319" y="1524229"/>
                  <a:pt x="974486" y="1462269"/>
                </a:cubicBezTo>
                <a:cubicBezTo>
                  <a:pt x="799015" y="1274276"/>
                  <a:pt x="952822" y="831581"/>
                  <a:pt x="799015" y="631459"/>
                </a:cubicBezTo>
                <a:cubicBezTo>
                  <a:pt x="645206" y="431338"/>
                  <a:pt x="163203" y="427295"/>
                  <a:pt x="51638" y="261537"/>
                </a:cubicBezTo>
                <a:cubicBezTo>
                  <a:pt x="16774" y="209737"/>
                  <a:pt x="1479" y="143034"/>
                  <a:pt x="0" y="71513"/>
                </a:cubicBezTo>
                <a:lnTo>
                  <a:pt x="4845" y="0"/>
                </a:lnTo>
                <a:close/>
              </a:path>
            </a:pathLst>
          </a:custGeom>
          <a:gradFill flip="none" rotWithShape="1"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27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64D3985-A879-40DA-B732-383D0F42C94B}"/>
              </a:ext>
            </a:extLst>
          </p:cNvPr>
          <p:cNvGrpSpPr/>
          <p:nvPr/>
        </p:nvGrpSpPr>
        <p:grpSpPr>
          <a:xfrm>
            <a:off x="7447547" y="216333"/>
            <a:ext cx="4166937" cy="529389"/>
            <a:chOff x="2021305" y="1980965"/>
            <a:chExt cx="3529263" cy="529389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D7624F2-2DD0-43D9-88D0-B8E64B89D8F4}"/>
                </a:ext>
              </a:extLst>
            </p:cNvPr>
            <p:cNvSpPr txBox="1"/>
            <p:nvPr/>
          </p:nvSpPr>
          <p:spPr>
            <a:xfrm>
              <a:off x="2239879" y="2107159"/>
              <a:ext cx="219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基于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二手书交易平台 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|</a:t>
              </a:r>
              <a:endParaRPr lang="zh-CN" altLang="en-US" sz="1200" dirty="0">
                <a:solidFill>
                  <a:srgbClr val="40ABFA"/>
                </a:solidFill>
                <a:cs typeface="+mn-ea"/>
                <a:sym typeface="+mn-lt"/>
              </a:endParaRP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9E48537A-26A8-48A1-8DDF-76BFFAE80CD3}"/>
                </a:ext>
              </a:extLst>
            </p:cNvPr>
            <p:cNvSpPr/>
            <p:nvPr/>
          </p:nvSpPr>
          <p:spPr>
            <a:xfrm>
              <a:off x="2021305" y="1980965"/>
              <a:ext cx="3529263" cy="52938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42" name="图形 41">
              <a:extLst>
                <a:ext uri="{FF2B5EF4-FFF2-40B4-BE49-F238E27FC236}">
                  <a16:creationId xmlns:a16="http://schemas.microsoft.com/office/drawing/2014/main" id="{EEF903DB-0846-42C7-B89F-9DC727E94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02870" y="2040119"/>
              <a:ext cx="411080" cy="411080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8269E7B-AAA0-47EB-9BD4-FAEFC857D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38" y="871916"/>
            <a:ext cx="8929527" cy="305037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BBC71A0-E80F-4FE1-BE02-8D413C5DC179}"/>
              </a:ext>
            </a:extLst>
          </p:cNvPr>
          <p:cNvSpPr/>
          <p:nvPr/>
        </p:nvSpPr>
        <p:spPr>
          <a:xfrm>
            <a:off x="795838" y="4874340"/>
            <a:ext cx="857318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线上线下各有利弊</a:t>
            </a:r>
            <a:r>
              <a:rPr lang="en-US" altLang="zh-CN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-----》</a:t>
            </a:r>
            <a:r>
              <a:rPr lang="zh-CN" altLang="en-US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线上线下相结合</a:t>
            </a:r>
          </a:p>
        </p:txBody>
      </p:sp>
    </p:spTree>
    <p:extLst>
      <p:ext uri="{BB962C8B-B14F-4D97-AF65-F5344CB8AC3E}">
        <p14:creationId xmlns:p14="http://schemas.microsoft.com/office/powerpoint/2010/main" val="590797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7CF94C11-D7C5-4C89-9187-499D54CA6042}"/>
              </a:ext>
            </a:extLst>
          </p:cNvPr>
          <p:cNvSpPr/>
          <p:nvPr/>
        </p:nvSpPr>
        <p:spPr>
          <a:xfrm flipH="1">
            <a:off x="-3625516" y="2967789"/>
            <a:ext cx="15817516" cy="4309311"/>
          </a:xfrm>
          <a:custGeom>
            <a:avLst/>
            <a:gdLst>
              <a:gd name="connsiteX0" fmla="*/ 9262035 w 12192000"/>
              <a:gd name="connsiteY0" fmla="*/ 524 h 3733799"/>
              <a:gd name="connsiteX1" fmla="*/ 10724838 w 12192000"/>
              <a:gd name="connsiteY1" fmla="*/ 536169 h 3733799"/>
              <a:gd name="connsiteX2" fmla="*/ 12118293 w 12192000"/>
              <a:gd name="connsiteY2" fmla="*/ 1133797 h 3733799"/>
              <a:gd name="connsiteX3" fmla="*/ 12192000 w 12192000"/>
              <a:gd name="connsiteY3" fmla="*/ 1141226 h 3733799"/>
              <a:gd name="connsiteX4" fmla="*/ 12192000 w 12192000"/>
              <a:gd name="connsiteY4" fmla="*/ 3733799 h 3733799"/>
              <a:gd name="connsiteX5" fmla="*/ 0 w 12192000"/>
              <a:gd name="connsiteY5" fmla="*/ 3733799 h 3733799"/>
              <a:gd name="connsiteX6" fmla="*/ 0 w 12192000"/>
              <a:gd name="connsiteY6" fmla="*/ 2044617 h 3733799"/>
              <a:gd name="connsiteX7" fmla="*/ 59075 w 12192000"/>
              <a:gd name="connsiteY7" fmla="*/ 2081444 h 3733799"/>
              <a:gd name="connsiteX8" fmla="*/ 1327269 w 12192000"/>
              <a:gd name="connsiteY8" fmla="*/ 1977000 h 3733799"/>
              <a:gd name="connsiteX9" fmla="*/ 7250856 w 12192000"/>
              <a:gd name="connsiteY9" fmla="*/ 1395612 h 3733799"/>
              <a:gd name="connsiteX10" fmla="*/ 9262035 w 12192000"/>
              <a:gd name="connsiteY10" fmla="*/ 524 h 373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3733799">
                <a:moveTo>
                  <a:pt x="9262035" y="524"/>
                </a:moveTo>
                <a:cubicBezTo>
                  <a:pt x="9668911" y="-10661"/>
                  <a:pt x="10127283" y="157003"/>
                  <a:pt x="10724838" y="536169"/>
                </a:cubicBezTo>
                <a:cubicBezTo>
                  <a:pt x="11361364" y="914018"/>
                  <a:pt x="11800751" y="1086239"/>
                  <a:pt x="12118293" y="1133797"/>
                </a:cubicBezTo>
                <a:lnTo>
                  <a:pt x="12192000" y="1141226"/>
                </a:lnTo>
                <a:lnTo>
                  <a:pt x="12192000" y="3733799"/>
                </a:lnTo>
                <a:lnTo>
                  <a:pt x="0" y="3733799"/>
                </a:lnTo>
                <a:lnTo>
                  <a:pt x="0" y="2044617"/>
                </a:lnTo>
                <a:lnTo>
                  <a:pt x="59075" y="2081444"/>
                </a:lnTo>
                <a:cubicBezTo>
                  <a:pt x="383198" y="2264096"/>
                  <a:pt x="784719" y="2276054"/>
                  <a:pt x="1327269" y="1977000"/>
                </a:cubicBezTo>
                <a:cubicBezTo>
                  <a:pt x="3509642" y="965892"/>
                  <a:pt x="4437524" y="4188794"/>
                  <a:pt x="7250856" y="1395612"/>
                </a:cubicBezTo>
                <a:cubicBezTo>
                  <a:pt x="8048832" y="534591"/>
                  <a:pt x="8583909" y="19161"/>
                  <a:pt x="9262035" y="524"/>
                </a:cubicBezTo>
                <a:close/>
              </a:path>
            </a:pathLst>
          </a:custGeom>
          <a:gradFill flip="none" rotWithShape="1">
            <a:gsLst>
              <a:gs pos="700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wrap="square" lIns="80632" tIns="40316" rIns="80632" bIns="40316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" name="图片 3" descr="图片包含 游戏机, 乐高, 玩具&#10;&#10;描述已自动生成">
            <a:extLst>
              <a:ext uri="{FF2B5EF4-FFF2-40B4-BE49-F238E27FC236}">
                <a16:creationId xmlns:a16="http://schemas.microsoft.com/office/drawing/2014/main" id="{1B6B4506-D61D-4DE3-821C-FD034A1333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3" t="1839" r="20680" b="3129"/>
          <a:stretch/>
        </p:blipFill>
        <p:spPr>
          <a:xfrm>
            <a:off x="0" y="944827"/>
            <a:ext cx="4232293" cy="4968346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5009BD08-5833-491A-8F45-1A78D0A8F6F4}"/>
              </a:ext>
            </a:extLst>
          </p:cNvPr>
          <p:cNvGrpSpPr/>
          <p:nvPr/>
        </p:nvGrpSpPr>
        <p:grpSpPr>
          <a:xfrm>
            <a:off x="4272972" y="2395178"/>
            <a:ext cx="1611338" cy="1835927"/>
            <a:chOff x="6791582" y="879197"/>
            <a:chExt cx="1611338" cy="1835927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B126BA60-C337-444C-925C-F58E37F2609A}"/>
                </a:ext>
              </a:extLst>
            </p:cNvPr>
            <p:cNvGrpSpPr/>
            <p:nvPr/>
          </p:nvGrpSpPr>
          <p:grpSpPr>
            <a:xfrm>
              <a:off x="6791582" y="879197"/>
              <a:ext cx="1611338" cy="1835927"/>
              <a:chOff x="6791582" y="879197"/>
              <a:chExt cx="1611338" cy="1835927"/>
            </a:xfrm>
          </p:grpSpPr>
          <p:sp>
            <p:nvSpPr>
              <p:cNvPr id="11" name="菱形 10">
                <a:extLst>
                  <a:ext uri="{FF2B5EF4-FFF2-40B4-BE49-F238E27FC236}">
                    <a16:creationId xmlns:a16="http://schemas.microsoft.com/office/drawing/2014/main" id="{864041CC-4DE5-4724-BDD2-9F0A12A083C5}"/>
                  </a:ext>
                </a:extLst>
              </p:cNvPr>
              <p:cNvSpPr/>
              <p:nvPr/>
            </p:nvSpPr>
            <p:spPr>
              <a:xfrm>
                <a:off x="6791582" y="879197"/>
                <a:ext cx="1611338" cy="1611338"/>
              </a:xfrm>
              <a:prstGeom prst="diamond">
                <a:avLst/>
              </a:prstGeom>
              <a:solidFill>
                <a:srgbClr val="40AB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" name="菱形 11">
                <a:extLst>
                  <a:ext uri="{FF2B5EF4-FFF2-40B4-BE49-F238E27FC236}">
                    <a16:creationId xmlns:a16="http://schemas.microsoft.com/office/drawing/2014/main" id="{F248DF4A-41EE-4ED5-AF65-F515037FDAA5}"/>
                  </a:ext>
                </a:extLst>
              </p:cNvPr>
              <p:cNvSpPr/>
              <p:nvPr/>
            </p:nvSpPr>
            <p:spPr>
              <a:xfrm>
                <a:off x="6791582" y="1103786"/>
                <a:ext cx="1611338" cy="1611338"/>
              </a:xfrm>
              <a:prstGeom prst="diamond">
                <a:avLst/>
              </a:prstGeom>
              <a:solidFill>
                <a:srgbClr val="3B5A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6BA6146-AA3F-4AA1-9E53-1DC78BA1202B}"/>
                </a:ext>
              </a:extLst>
            </p:cNvPr>
            <p:cNvSpPr/>
            <p:nvPr/>
          </p:nvSpPr>
          <p:spPr>
            <a:xfrm>
              <a:off x="7063594" y="1457657"/>
              <a:ext cx="1085554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02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365373A9-7A76-4A05-BFAB-3B20E21B86C0}"/>
              </a:ext>
            </a:extLst>
          </p:cNvPr>
          <p:cNvSpPr txBox="1"/>
          <p:nvPr/>
        </p:nvSpPr>
        <p:spPr>
          <a:xfrm>
            <a:off x="6256421" y="2565919"/>
            <a:ext cx="4523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8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需求分析</a:t>
            </a:r>
          </a:p>
        </p:txBody>
      </p:sp>
    </p:spTree>
    <p:extLst>
      <p:ext uri="{BB962C8B-B14F-4D97-AF65-F5344CB8AC3E}">
        <p14:creationId xmlns:p14="http://schemas.microsoft.com/office/powerpoint/2010/main" val="72701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2" accel="21000" decel="79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C7DE375-CF15-4CFC-8610-28B834AD8EBA}"/>
              </a:ext>
            </a:extLst>
          </p:cNvPr>
          <p:cNvGrpSpPr/>
          <p:nvPr/>
        </p:nvGrpSpPr>
        <p:grpSpPr>
          <a:xfrm>
            <a:off x="-423990" y="217893"/>
            <a:ext cx="2647177" cy="732549"/>
            <a:chOff x="-423990" y="217893"/>
            <a:chExt cx="2647177" cy="73254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EC48D24-8D4A-4837-9382-CA2E337D0D3B}"/>
                </a:ext>
              </a:extLst>
            </p:cNvPr>
            <p:cNvSpPr/>
            <p:nvPr/>
          </p:nvSpPr>
          <p:spPr>
            <a:xfrm rot="2700000" flipH="1">
              <a:off x="-290379" y="217893"/>
              <a:ext cx="721788" cy="721788"/>
            </a:xfrm>
            <a:prstGeom prst="roundRect">
              <a:avLst/>
            </a:prstGeom>
            <a:solidFill>
              <a:srgbClr val="40AB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24D9AF7-7B1D-4967-8F86-63746E969DF7}"/>
                </a:ext>
              </a:extLst>
            </p:cNvPr>
            <p:cNvSpPr/>
            <p:nvPr/>
          </p:nvSpPr>
          <p:spPr>
            <a:xfrm rot="2700000" flipH="1">
              <a:off x="-423990" y="228654"/>
              <a:ext cx="721788" cy="721788"/>
            </a:xfrm>
            <a:prstGeom prst="roundRect">
              <a:avLst/>
            </a:prstGeom>
            <a:solidFill>
              <a:srgbClr val="3B5AA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67EB210-6E19-4CEF-8985-B82A0242AEAB}"/>
                </a:ext>
              </a:extLst>
            </p:cNvPr>
            <p:cNvSpPr/>
            <p:nvPr/>
          </p:nvSpPr>
          <p:spPr>
            <a:xfrm>
              <a:off x="602230" y="297160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solidFill>
                    <a:srgbClr val="000000">
                      <a:lumMod val="75000"/>
                      <a:lumOff val="25000"/>
                    </a:srgbClr>
                  </a:solidFill>
                  <a:cs typeface="+mn-ea"/>
                  <a:sym typeface="+mn-lt"/>
                </a:rPr>
                <a:t>需求分析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81A83AA-B582-4F44-9DA0-066B61DA8042}"/>
              </a:ext>
            </a:extLst>
          </p:cNvPr>
          <p:cNvGrpSpPr/>
          <p:nvPr/>
        </p:nvGrpSpPr>
        <p:grpSpPr>
          <a:xfrm>
            <a:off x="449180" y="6176210"/>
            <a:ext cx="577516" cy="336883"/>
            <a:chOff x="11101138" y="224590"/>
            <a:chExt cx="577516" cy="336883"/>
          </a:xfrm>
          <a:gradFill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E1BDA0D5-0428-4E9C-9363-FCB26D6448E7}"/>
                </a:ext>
              </a:extLst>
            </p:cNvPr>
            <p:cNvGrpSpPr/>
            <p:nvPr/>
          </p:nvGrpSpPr>
          <p:grpSpPr>
            <a:xfrm>
              <a:off x="11101138" y="224590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E912A52B-742F-48AA-9D3B-B1581F312983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2916B97F-4888-42B5-ABE6-3D1B21588E4B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2B16B8BC-A58B-40CC-B0DF-FB55721BDF82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2ABD0057-6D6B-4465-B0DF-5B5114E52F94}"/>
                </a:ext>
              </a:extLst>
            </p:cNvPr>
            <p:cNvGrpSpPr/>
            <p:nvPr/>
          </p:nvGrpSpPr>
          <p:grpSpPr>
            <a:xfrm>
              <a:off x="11101138" y="433137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8DF889B7-A3DF-4F08-8C34-41ACD7354314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51053A9C-289A-4B43-ADBC-EA5B30C872D6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7C0889F4-8CD9-4763-B7F2-16B521748951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240A9FBE-572D-4BE5-8434-E3DBFB92FD37}"/>
              </a:ext>
            </a:extLst>
          </p:cNvPr>
          <p:cNvSpPr/>
          <p:nvPr/>
        </p:nvSpPr>
        <p:spPr>
          <a:xfrm flipV="1">
            <a:off x="10379242" y="4620506"/>
            <a:ext cx="1812757" cy="2237490"/>
          </a:xfrm>
          <a:custGeom>
            <a:avLst/>
            <a:gdLst>
              <a:gd name="connsiteX0" fmla="*/ 1267209 w 1267209"/>
              <a:gd name="connsiteY0" fmla="*/ 0 h 1620256"/>
              <a:gd name="connsiteX1" fmla="*/ 1267209 w 1267209"/>
              <a:gd name="connsiteY1" fmla="*/ 1620256 h 1620256"/>
              <a:gd name="connsiteX2" fmla="*/ 1244797 w 1267209"/>
              <a:gd name="connsiteY2" fmla="*/ 1613203 h 1620256"/>
              <a:gd name="connsiteX3" fmla="*/ 974486 w 1267209"/>
              <a:gd name="connsiteY3" fmla="*/ 1462269 h 1620256"/>
              <a:gd name="connsiteX4" fmla="*/ 799015 w 1267209"/>
              <a:gd name="connsiteY4" fmla="*/ 631459 h 1620256"/>
              <a:gd name="connsiteX5" fmla="*/ 51638 w 1267209"/>
              <a:gd name="connsiteY5" fmla="*/ 261537 h 1620256"/>
              <a:gd name="connsiteX6" fmla="*/ 0 w 1267209"/>
              <a:gd name="connsiteY6" fmla="*/ 71513 h 1620256"/>
              <a:gd name="connsiteX7" fmla="*/ 4845 w 1267209"/>
              <a:gd name="connsiteY7" fmla="*/ 0 h 162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7209" h="1620256">
                <a:moveTo>
                  <a:pt x="1267209" y="0"/>
                </a:moveTo>
                <a:lnTo>
                  <a:pt x="1267209" y="1620256"/>
                </a:lnTo>
                <a:lnTo>
                  <a:pt x="1244797" y="1613203"/>
                </a:lnTo>
                <a:cubicBezTo>
                  <a:pt x="1132041" y="1573564"/>
                  <a:pt x="1032319" y="1524229"/>
                  <a:pt x="974486" y="1462269"/>
                </a:cubicBezTo>
                <a:cubicBezTo>
                  <a:pt x="799015" y="1274276"/>
                  <a:pt x="952822" y="831581"/>
                  <a:pt x="799015" y="631459"/>
                </a:cubicBezTo>
                <a:cubicBezTo>
                  <a:pt x="645206" y="431338"/>
                  <a:pt x="163203" y="427295"/>
                  <a:pt x="51638" y="261537"/>
                </a:cubicBezTo>
                <a:cubicBezTo>
                  <a:pt x="16774" y="209737"/>
                  <a:pt x="1479" y="143034"/>
                  <a:pt x="0" y="71513"/>
                </a:cubicBezTo>
                <a:lnTo>
                  <a:pt x="4845" y="0"/>
                </a:lnTo>
                <a:close/>
              </a:path>
            </a:pathLst>
          </a:custGeom>
          <a:gradFill flip="none" rotWithShape="1"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27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B806DF5-1667-4A0B-9B87-B15A5CA5ED51}"/>
              </a:ext>
            </a:extLst>
          </p:cNvPr>
          <p:cNvGrpSpPr/>
          <p:nvPr/>
        </p:nvGrpSpPr>
        <p:grpSpPr>
          <a:xfrm>
            <a:off x="272715" y="1540043"/>
            <a:ext cx="4769512" cy="4411579"/>
            <a:chOff x="272715" y="1540043"/>
            <a:chExt cx="4769512" cy="4411579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4F42682F-3200-4801-8B03-170E68E948F6}"/>
                </a:ext>
              </a:extLst>
            </p:cNvPr>
            <p:cNvGrpSpPr/>
            <p:nvPr/>
          </p:nvGrpSpPr>
          <p:grpSpPr>
            <a:xfrm>
              <a:off x="272715" y="1540043"/>
              <a:ext cx="4769512" cy="4411579"/>
              <a:chOff x="272715" y="1540043"/>
              <a:chExt cx="4769512" cy="4411579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251138A9-656B-4D8C-B7FD-D4E0E2D920B7}"/>
                  </a:ext>
                </a:extLst>
              </p:cNvPr>
              <p:cNvSpPr/>
              <p:nvPr/>
            </p:nvSpPr>
            <p:spPr>
              <a:xfrm>
                <a:off x="272715" y="1540043"/>
                <a:ext cx="4411579" cy="4411579"/>
              </a:xfrm>
              <a:prstGeom prst="ellipse">
                <a:avLst/>
              </a:prstGeom>
              <a:noFill/>
              <a:ln>
                <a:gradFill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rgbClr val="3B5AA7"/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2400" dirty="0">
                  <a:cs typeface="+mn-ea"/>
                  <a:sym typeface="+mn-lt"/>
                </a:endParaRPr>
              </a:p>
            </p:txBody>
          </p: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A479BA08-494F-482F-A7C6-3D3938E4BB4B}"/>
                  </a:ext>
                </a:extLst>
              </p:cNvPr>
              <p:cNvCxnSpPr/>
              <p:nvPr/>
            </p:nvCxnSpPr>
            <p:spPr>
              <a:xfrm flipV="1">
                <a:off x="2930202" y="2313245"/>
                <a:ext cx="1298025" cy="979664"/>
              </a:xfrm>
              <a:prstGeom prst="line">
                <a:avLst/>
              </a:prstGeom>
              <a:noFill/>
              <a:ln w="15875" cap="flat" cmpd="sng" algn="ctr">
                <a:solidFill>
                  <a:srgbClr val="FFFFFF">
                    <a:alpha val="56000"/>
                  </a:srgbClr>
                </a:solidFill>
                <a:prstDash val="dash"/>
                <a:miter lim="800000"/>
              </a:ln>
              <a:effectLst/>
            </p:spPr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6525A462-8716-451C-850D-D43F93A9475C}"/>
                  </a:ext>
                </a:extLst>
              </p:cNvPr>
              <p:cNvCxnSpPr/>
              <p:nvPr/>
            </p:nvCxnSpPr>
            <p:spPr>
              <a:xfrm>
                <a:off x="3037953" y="3670004"/>
                <a:ext cx="1356366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FFFFFF">
                    <a:alpha val="56000"/>
                  </a:srgbClr>
                </a:solidFill>
                <a:prstDash val="dash"/>
                <a:miter lim="800000"/>
              </a:ln>
              <a:effectLst/>
            </p:spPr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E86AC78D-AF18-4DC5-8D26-B51172FD8D79}"/>
                  </a:ext>
                </a:extLst>
              </p:cNvPr>
              <p:cNvCxnSpPr/>
              <p:nvPr/>
            </p:nvCxnSpPr>
            <p:spPr>
              <a:xfrm>
                <a:off x="2874761" y="4047100"/>
                <a:ext cx="1256058" cy="966434"/>
              </a:xfrm>
              <a:prstGeom prst="line">
                <a:avLst/>
              </a:prstGeom>
              <a:noFill/>
              <a:ln w="15875" cap="flat" cmpd="sng" algn="ctr">
                <a:solidFill>
                  <a:srgbClr val="FFFFFF">
                    <a:alpha val="56000"/>
                  </a:srgbClr>
                </a:solidFill>
                <a:prstDash val="dash"/>
                <a:miter lim="800000"/>
              </a:ln>
              <a:effectLst/>
            </p:spPr>
          </p:cxn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151D3DCD-4E13-457D-8513-5467BFE47714}"/>
                  </a:ext>
                </a:extLst>
              </p:cNvPr>
              <p:cNvGrpSpPr/>
              <p:nvPr/>
            </p:nvGrpSpPr>
            <p:grpSpPr>
              <a:xfrm>
                <a:off x="802105" y="2255767"/>
                <a:ext cx="2893747" cy="2893747"/>
                <a:chOff x="1167928" y="2541380"/>
                <a:chExt cx="2288584" cy="2288584"/>
              </a:xfrm>
            </p:grpSpPr>
            <p:sp>
              <p:nvSpPr>
                <p:cNvPr id="63" name="同心圆 38">
                  <a:extLst>
                    <a:ext uri="{FF2B5EF4-FFF2-40B4-BE49-F238E27FC236}">
                      <a16:creationId xmlns:a16="http://schemas.microsoft.com/office/drawing/2014/main" id="{E048046D-AA92-4902-8D2D-522C95C249B5}"/>
                    </a:ext>
                  </a:extLst>
                </p:cNvPr>
                <p:cNvSpPr/>
                <p:nvPr/>
              </p:nvSpPr>
              <p:spPr>
                <a:xfrm>
                  <a:off x="1167928" y="2541380"/>
                  <a:ext cx="2288584" cy="2288584"/>
                </a:xfrm>
                <a:prstGeom prst="donut">
                  <a:avLst>
                    <a:gd name="adj" fmla="val 7653"/>
                  </a:avLst>
                </a:prstGeom>
                <a:solidFill>
                  <a:schemeClr val="bg1">
                    <a:lumMod val="95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椭圆 63">
                  <a:extLst>
                    <a:ext uri="{FF2B5EF4-FFF2-40B4-BE49-F238E27FC236}">
                      <a16:creationId xmlns:a16="http://schemas.microsoft.com/office/drawing/2014/main" id="{4AA870D8-AFA3-4ED3-A315-906EB835141C}"/>
                    </a:ext>
                  </a:extLst>
                </p:cNvPr>
                <p:cNvSpPr/>
                <p:nvPr/>
              </p:nvSpPr>
              <p:spPr>
                <a:xfrm>
                  <a:off x="1275880" y="2649333"/>
                  <a:ext cx="2072682" cy="2072680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9BAD6743-5D46-4F57-BAB3-0CBA132F23F7}"/>
                  </a:ext>
                </a:extLst>
              </p:cNvPr>
              <p:cNvGrpSpPr/>
              <p:nvPr/>
            </p:nvGrpSpPr>
            <p:grpSpPr>
              <a:xfrm>
                <a:off x="3864223" y="1943144"/>
                <a:ext cx="745170" cy="745170"/>
                <a:chOff x="3864223" y="1943144"/>
                <a:chExt cx="745170" cy="745170"/>
              </a:xfrm>
            </p:grpSpPr>
            <p:sp>
              <p:nvSpPr>
                <p:cNvPr id="60" name="同心圆 71">
                  <a:extLst>
                    <a:ext uri="{FF2B5EF4-FFF2-40B4-BE49-F238E27FC236}">
                      <a16:creationId xmlns:a16="http://schemas.microsoft.com/office/drawing/2014/main" id="{C403D13A-4C84-4977-80E2-957CC519B2C5}"/>
                    </a:ext>
                  </a:extLst>
                </p:cNvPr>
                <p:cNvSpPr/>
                <p:nvPr/>
              </p:nvSpPr>
              <p:spPr>
                <a:xfrm>
                  <a:off x="3864223" y="1943144"/>
                  <a:ext cx="745170" cy="745170"/>
                </a:xfrm>
                <a:prstGeom prst="donut">
                  <a:avLst>
                    <a:gd name="adj" fmla="val 11402"/>
                  </a:avLst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椭圆 60">
                  <a:extLst>
                    <a:ext uri="{FF2B5EF4-FFF2-40B4-BE49-F238E27FC236}">
                      <a16:creationId xmlns:a16="http://schemas.microsoft.com/office/drawing/2014/main" id="{9CE13E86-229E-4A91-9B22-EDE81135D0BC}"/>
                    </a:ext>
                  </a:extLst>
                </p:cNvPr>
                <p:cNvSpPr/>
                <p:nvPr/>
              </p:nvSpPr>
              <p:spPr>
                <a:xfrm>
                  <a:off x="3930762" y="2009684"/>
                  <a:ext cx="612094" cy="612092"/>
                </a:xfrm>
                <a:prstGeom prst="ellipse">
                  <a:avLst/>
                </a:prstGeom>
                <a:solidFill>
                  <a:srgbClr val="3B5AA7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76D9E0B5-CDB4-41BB-B123-6D76D303F31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093886" y="2174106"/>
                  <a:ext cx="285845" cy="283247"/>
                </a:xfrm>
                <a:custGeom>
                  <a:avLst/>
                  <a:gdLst>
                    <a:gd name="T0" fmla="*/ 18 w 138"/>
                    <a:gd name="T1" fmla="*/ 69 h 138"/>
                    <a:gd name="T2" fmla="*/ 0 w 138"/>
                    <a:gd name="T3" fmla="*/ 69 h 138"/>
                    <a:gd name="T4" fmla="*/ 0 w 138"/>
                    <a:gd name="T5" fmla="*/ 121 h 138"/>
                    <a:gd name="T6" fmla="*/ 18 w 138"/>
                    <a:gd name="T7" fmla="*/ 138 h 138"/>
                    <a:gd name="T8" fmla="*/ 69 w 138"/>
                    <a:gd name="T9" fmla="*/ 138 h 138"/>
                    <a:gd name="T10" fmla="*/ 69 w 138"/>
                    <a:gd name="T11" fmla="*/ 121 h 138"/>
                    <a:gd name="T12" fmla="*/ 18 w 138"/>
                    <a:gd name="T13" fmla="*/ 121 h 138"/>
                    <a:gd name="T14" fmla="*/ 18 w 138"/>
                    <a:gd name="T15" fmla="*/ 69 h 138"/>
                    <a:gd name="T16" fmla="*/ 121 w 138"/>
                    <a:gd name="T17" fmla="*/ 86 h 138"/>
                    <a:gd name="T18" fmla="*/ 52 w 138"/>
                    <a:gd name="T19" fmla="*/ 86 h 138"/>
                    <a:gd name="T20" fmla="*/ 52 w 138"/>
                    <a:gd name="T21" fmla="*/ 18 h 138"/>
                    <a:gd name="T22" fmla="*/ 121 w 138"/>
                    <a:gd name="T23" fmla="*/ 18 h 138"/>
                    <a:gd name="T24" fmla="*/ 121 w 138"/>
                    <a:gd name="T25" fmla="*/ 86 h 138"/>
                    <a:gd name="T26" fmla="*/ 121 w 138"/>
                    <a:gd name="T27" fmla="*/ 0 h 138"/>
                    <a:gd name="T28" fmla="*/ 52 w 138"/>
                    <a:gd name="T29" fmla="*/ 0 h 138"/>
                    <a:gd name="T30" fmla="*/ 35 w 138"/>
                    <a:gd name="T31" fmla="*/ 17 h 138"/>
                    <a:gd name="T32" fmla="*/ 35 w 138"/>
                    <a:gd name="T33" fmla="*/ 86 h 138"/>
                    <a:gd name="T34" fmla="*/ 52 w 138"/>
                    <a:gd name="T35" fmla="*/ 103 h 138"/>
                    <a:gd name="T36" fmla="*/ 121 w 138"/>
                    <a:gd name="T37" fmla="*/ 103 h 138"/>
                    <a:gd name="T38" fmla="*/ 138 w 138"/>
                    <a:gd name="T39" fmla="*/ 86 h 138"/>
                    <a:gd name="T40" fmla="*/ 138 w 138"/>
                    <a:gd name="T41" fmla="*/ 18 h 138"/>
                    <a:gd name="T42" fmla="*/ 121 w 138"/>
                    <a:gd name="T43" fmla="*/ 0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38" h="138">
                      <a:moveTo>
                        <a:pt x="18" y="69"/>
                      </a:move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0" y="121"/>
                        <a:pt x="0" y="121"/>
                        <a:pt x="0" y="121"/>
                      </a:cubicBezTo>
                      <a:cubicBezTo>
                        <a:pt x="0" y="130"/>
                        <a:pt x="8" y="138"/>
                        <a:pt x="18" y="138"/>
                      </a:cubicBezTo>
                      <a:cubicBezTo>
                        <a:pt x="69" y="138"/>
                        <a:pt x="69" y="138"/>
                        <a:pt x="69" y="138"/>
                      </a:cubicBezTo>
                      <a:cubicBezTo>
                        <a:pt x="69" y="121"/>
                        <a:pt x="69" y="121"/>
                        <a:pt x="69" y="121"/>
                      </a:cubicBezTo>
                      <a:cubicBezTo>
                        <a:pt x="18" y="121"/>
                        <a:pt x="18" y="121"/>
                        <a:pt x="18" y="121"/>
                      </a:cubicBezTo>
                      <a:cubicBezTo>
                        <a:pt x="18" y="69"/>
                        <a:pt x="18" y="69"/>
                        <a:pt x="18" y="69"/>
                      </a:cubicBezTo>
                      <a:close/>
                      <a:moveTo>
                        <a:pt x="121" y="86"/>
                      </a:moveTo>
                      <a:cubicBezTo>
                        <a:pt x="52" y="86"/>
                        <a:pt x="52" y="86"/>
                        <a:pt x="52" y="86"/>
                      </a:cubicBezTo>
                      <a:cubicBezTo>
                        <a:pt x="52" y="18"/>
                        <a:pt x="52" y="18"/>
                        <a:pt x="52" y="18"/>
                      </a:cubicBezTo>
                      <a:cubicBezTo>
                        <a:pt x="121" y="18"/>
                        <a:pt x="121" y="18"/>
                        <a:pt x="121" y="18"/>
                      </a:cubicBezTo>
                      <a:cubicBezTo>
                        <a:pt x="121" y="86"/>
                        <a:pt x="121" y="86"/>
                        <a:pt x="121" y="86"/>
                      </a:cubicBezTo>
                      <a:close/>
                      <a:moveTo>
                        <a:pt x="121" y="0"/>
                      </a:move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42" y="0"/>
                        <a:pt x="35" y="8"/>
                        <a:pt x="35" y="17"/>
                      </a:cubicBezTo>
                      <a:cubicBezTo>
                        <a:pt x="35" y="86"/>
                        <a:pt x="35" y="86"/>
                        <a:pt x="35" y="86"/>
                      </a:cubicBezTo>
                      <a:cubicBezTo>
                        <a:pt x="35" y="96"/>
                        <a:pt x="42" y="103"/>
                        <a:pt x="52" y="103"/>
                      </a:cubicBezTo>
                      <a:cubicBezTo>
                        <a:pt x="121" y="103"/>
                        <a:pt x="121" y="103"/>
                        <a:pt x="121" y="103"/>
                      </a:cubicBezTo>
                      <a:cubicBezTo>
                        <a:pt x="130" y="103"/>
                        <a:pt x="138" y="96"/>
                        <a:pt x="138" y="86"/>
                      </a:cubicBezTo>
                      <a:cubicBezTo>
                        <a:pt x="138" y="18"/>
                        <a:pt x="138" y="18"/>
                        <a:pt x="138" y="18"/>
                      </a:cubicBezTo>
                      <a:cubicBezTo>
                        <a:pt x="138" y="8"/>
                        <a:pt x="130" y="0"/>
                        <a:pt x="121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2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62ED4186-F10D-498F-BF57-4204A0ED9F95}"/>
                  </a:ext>
                </a:extLst>
              </p:cNvPr>
              <p:cNvGrpSpPr/>
              <p:nvPr/>
            </p:nvGrpSpPr>
            <p:grpSpPr>
              <a:xfrm>
                <a:off x="3864223" y="4683909"/>
                <a:ext cx="745170" cy="745170"/>
                <a:chOff x="3864223" y="4683909"/>
                <a:chExt cx="745170" cy="745170"/>
              </a:xfrm>
            </p:grpSpPr>
            <p:sp>
              <p:nvSpPr>
                <p:cNvPr id="51" name="同心圆 74">
                  <a:extLst>
                    <a:ext uri="{FF2B5EF4-FFF2-40B4-BE49-F238E27FC236}">
                      <a16:creationId xmlns:a16="http://schemas.microsoft.com/office/drawing/2014/main" id="{7F7F9549-933C-4B86-B08B-4C3A319E084A}"/>
                    </a:ext>
                  </a:extLst>
                </p:cNvPr>
                <p:cNvSpPr/>
                <p:nvPr/>
              </p:nvSpPr>
              <p:spPr>
                <a:xfrm>
                  <a:off x="3864223" y="4683909"/>
                  <a:ext cx="745170" cy="745170"/>
                </a:xfrm>
                <a:prstGeom prst="donut">
                  <a:avLst>
                    <a:gd name="adj" fmla="val 11402"/>
                  </a:avLst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52" name="椭圆 51">
                  <a:extLst>
                    <a:ext uri="{FF2B5EF4-FFF2-40B4-BE49-F238E27FC236}">
                      <a16:creationId xmlns:a16="http://schemas.microsoft.com/office/drawing/2014/main" id="{22F5A617-8C6E-4A54-9A07-D3DA1C395068}"/>
                    </a:ext>
                  </a:extLst>
                </p:cNvPr>
                <p:cNvSpPr/>
                <p:nvPr/>
              </p:nvSpPr>
              <p:spPr>
                <a:xfrm>
                  <a:off x="3930762" y="4750449"/>
                  <a:ext cx="612094" cy="612092"/>
                </a:xfrm>
                <a:prstGeom prst="ellipse">
                  <a:avLst/>
                </a:prstGeom>
                <a:solidFill>
                  <a:srgbClr val="3B5AA7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Freeform 187">
                  <a:extLst>
                    <a:ext uri="{FF2B5EF4-FFF2-40B4-BE49-F238E27FC236}">
                      <a16:creationId xmlns:a16="http://schemas.microsoft.com/office/drawing/2014/main" id="{5E8DBEC3-0402-4284-BBA4-080A1BF0246B}"/>
                    </a:ext>
                  </a:extLst>
                </p:cNvPr>
                <p:cNvSpPr/>
                <p:nvPr/>
              </p:nvSpPr>
              <p:spPr bwMode="auto">
                <a:xfrm>
                  <a:off x="4170615" y="5083751"/>
                  <a:ext cx="200918" cy="119149"/>
                </a:xfrm>
                <a:custGeom>
                  <a:avLst/>
                  <a:gdLst>
                    <a:gd name="T0" fmla="*/ 76 w 109"/>
                    <a:gd name="T1" fmla="*/ 0 h 65"/>
                    <a:gd name="T2" fmla="*/ 54 w 109"/>
                    <a:gd name="T3" fmla="*/ 0 h 65"/>
                    <a:gd name="T4" fmla="*/ 69 w 109"/>
                    <a:gd name="T5" fmla="*/ 17 h 65"/>
                    <a:gd name="T6" fmla="*/ 76 w 109"/>
                    <a:gd name="T7" fmla="*/ 17 h 65"/>
                    <a:gd name="T8" fmla="*/ 91 w 109"/>
                    <a:gd name="T9" fmla="*/ 32 h 65"/>
                    <a:gd name="T10" fmla="*/ 76 w 109"/>
                    <a:gd name="T11" fmla="*/ 48 h 65"/>
                    <a:gd name="T12" fmla="*/ 32 w 109"/>
                    <a:gd name="T13" fmla="*/ 48 h 65"/>
                    <a:gd name="T14" fmla="*/ 17 w 109"/>
                    <a:gd name="T15" fmla="*/ 32 h 65"/>
                    <a:gd name="T16" fmla="*/ 20 w 109"/>
                    <a:gd name="T17" fmla="*/ 24 h 65"/>
                    <a:gd name="T18" fmla="*/ 1 w 109"/>
                    <a:gd name="T19" fmla="*/ 24 h 65"/>
                    <a:gd name="T20" fmla="*/ 0 w 109"/>
                    <a:gd name="T21" fmla="*/ 32 h 65"/>
                    <a:gd name="T22" fmla="*/ 32 w 109"/>
                    <a:gd name="T23" fmla="*/ 65 h 65"/>
                    <a:gd name="T24" fmla="*/ 76 w 109"/>
                    <a:gd name="T25" fmla="*/ 65 h 65"/>
                    <a:gd name="T26" fmla="*/ 109 w 109"/>
                    <a:gd name="T27" fmla="*/ 32 h 65"/>
                    <a:gd name="T28" fmla="*/ 76 w 109"/>
                    <a:gd name="T29" fmla="*/ 0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09" h="65">
                      <a:moveTo>
                        <a:pt x="76" y="0"/>
                      </a:move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61" y="4"/>
                        <a:pt x="66" y="10"/>
                        <a:pt x="69" y="17"/>
                      </a:cubicBezTo>
                      <a:cubicBezTo>
                        <a:pt x="76" y="17"/>
                        <a:pt x="76" y="17"/>
                        <a:pt x="76" y="17"/>
                      </a:cubicBezTo>
                      <a:cubicBezTo>
                        <a:pt x="85" y="17"/>
                        <a:pt x="91" y="24"/>
                        <a:pt x="91" y="32"/>
                      </a:cubicBezTo>
                      <a:cubicBezTo>
                        <a:pt x="91" y="41"/>
                        <a:pt x="85" y="48"/>
                        <a:pt x="76" y="48"/>
                      </a:cubicBezTo>
                      <a:cubicBezTo>
                        <a:pt x="32" y="48"/>
                        <a:pt x="32" y="48"/>
                        <a:pt x="32" y="48"/>
                      </a:cubicBezTo>
                      <a:cubicBezTo>
                        <a:pt x="24" y="48"/>
                        <a:pt x="17" y="41"/>
                        <a:pt x="17" y="32"/>
                      </a:cubicBezTo>
                      <a:cubicBezTo>
                        <a:pt x="17" y="29"/>
                        <a:pt x="18" y="26"/>
                        <a:pt x="20" y="24"/>
                      </a:cubicBezTo>
                      <a:cubicBezTo>
                        <a:pt x="1" y="24"/>
                        <a:pt x="1" y="24"/>
                        <a:pt x="1" y="24"/>
                      </a:cubicBezTo>
                      <a:cubicBezTo>
                        <a:pt x="0" y="27"/>
                        <a:pt x="0" y="30"/>
                        <a:pt x="0" y="32"/>
                      </a:cubicBezTo>
                      <a:cubicBezTo>
                        <a:pt x="0" y="50"/>
                        <a:pt x="14" y="65"/>
                        <a:pt x="32" y="65"/>
                      </a:cubicBezTo>
                      <a:cubicBezTo>
                        <a:pt x="76" y="65"/>
                        <a:pt x="76" y="65"/>
                        <a:pt x="76" y="65"/>
                      </a:cubicBezTo>
                      <a:cubicBezTo>
                        <a:pt x="94" y="65"/>
                        <a:pt x="109" y="50"/>
                        <a:pt x="109" y="32"/>
                      </a:cubicBezTo>
                      <a:cubicBezTo>
                        <a:pt x="109" y="15"/>
                        <a:pt x="94" y="0"/>
                        <a:pt x="7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Freeform 188">
                  <a:extLst>
                    <a:ext uri="{FF2B5EF4-FFF2-40B4-BE49-F238E27FC236}">
                      <a16:creationId xmlns:a16="http://schemas.microsoft.com/office/drawing/2014/main" id="{EE802F87-0E0B-45AC-B835-72F504AB860A}"/>
                    </a:ext>
                  </a:extLst>
                </p:cNvPr>
                <p:cNvSpPr/>
                <p:nvPr/>
              </p:nvSpPr>
              <p:spPr bwMode="auto">
                <a:xfrm>
                  <a:off x="4089624" y="5083751"/>
                  <a:ext cx="200918" cy="119149"/>
                </a:xfrm>
                <a:custGeom>
                  <a:avLst/>
                  <a:gdLst>
                    <a:gd name="T0" fmla="*/ 41 w 109"/>
                    <a:gd name="T1" fmla="*/ 48 h 65"/>
                    <a:gd name="T2" fmla="*/ 33 w 109"/>
                    <a:gd name="T3" fmla="*/ 48 h 65"/>
                    <a:gd name="T4" fmla="*/ 18 w 109"/>
                    <a:gd name="T5" fmla="*/ 32 h 65"/>
                    <a:gd name="T6" fmla="*/ 33 w 109"/>
                    <a:gd name="T7" fmla="*/ 17 h 65"/>
                    <a:gd name="T8" fmla="*/ 37 w 109"/>
                    <a:gd name="T9" fmla="*/ 17 h 65"/>
                    <a:gd name="T10" fmla="*/ 77 w 109"/>
                    <a:gd name="T11" fmla="*/ 17 h 65"/>
                    <a:gd name="T12" fmla="*/ 92 w 109"/>
                    <a:gd name="T13" fmla="*/ 32 h 65"/>
                    <a:gd name="T14" fmla="*/ 92 w 109"/>
                    <a:gd name="T15" fmla="*/ 35 h 65"/>
                    <a:gd name="T16" fmla="*/ 89 w 109"/>
                    <a:gd name="T17" fmla="*/ 42 h 65"/>
                    <a:gd name="T18" fmla="*/ 108 w 109"/>
                    <a:gd name="T19" fmla="*/ 42 h 65"/>
                    <a:gd name="T20" fmla="*/ 109 w 109"/>
                    <a:gd name="T21" fmla="*/ 35 h 65"/>
                    <a:gd name="T22" fmla="*/ 109 w 109"/>
                    <a:gd name="T23" fmla="*/ 35 h 65"/>
                    <a:gd name="T24" fmla="*/ 109 w 109"/>
                    <a:gd name="T25" fmla="*/ 32 h 65"/>
                    <a:gd name="T26" fmla="*/ 77 w 109"/>
                    <a:gd name="T27" fmla="*/ 0 h 65"/>
                    <a:gd name="T28" fmla="*/ 37 w 109"/>
                    <a:gd name="T29" fmla="*/ 0 h 65"/>
                    <a:gd name="T30" fmla="*/ 33 w 109"/>
                    <a:gd name="T31" fmla="*/ 0 h 65"/>
                    <a:gd name="T32" fmla="*/ 0 w 109"/>
                    <a:gd name="T33" fmla="*/ 32 h 65"/>
                    <a:gd name="T34" fmla="*/ 33 w 109"/>
                    <a:gd name="T35" fmla="*/ 65 h 65"/>
                    <a:gd name="T36" fmla="*/ 56 w 109"/>
                    <a:gd name="T37" fmla="*/ 65 h 65"/>
                    <a:gd name="T38" fmla="*/ 41 w 109"/>
                    <a:gd name="T39" fmla="*/ 48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09" h="65">
                      <a:moveTo>
                        <a:pt x="41" y="48"/>
                      </a:moveTo>
                      <a:cubicBezTo>
                        <a:pt x="33" y="48"/>
                        <a:pt x="33" y="48"/>
                        <a:pt x="33" y="48"/>
                      </a:cubicBezTo>
                      <a:cubicBezTo>
                        <a:pt x="24" y="48"/>
                        <a:pt x="18" y="41"/>
                        <a:pt x="18" y="32"/>
                      </a:cubicBezTo>
                      <a:cubicBezTo>
                        <a:pt x="18" y="24"/>
                        <a:pt x="24" y="17"/>
                        <a:pt x="33" y="17"/>
                      </a:cubicBezTo>
                      <a:cubicBezTo>
                        <a:pt x="37" y="17"/>
                        <a:pt x="37" y="17"/>
                        <a:pt x="37" y="17"/>
                      </a:cubicBezTo>
                      <a:cubicBezTo>
                        <a:pt x="77" y="17"/>
                        <a:pt x="77" y="17"/>
                        <a:pt x="77" y="17"/>
                      </a:cubicBezTo>
                      <a:cubicBezTo>
                        <a:pt x="85" y="17"/>
                        <a:pt x="92" y="24"/>
                        <a:pt x="92" y="32"/>
                      </a:cubicBezTo>
                      <a:cubicBezTo>
                        <a:pt x="92" y="33"/>
                        <a:pt x="92" y="34"/>
                        <a:pt x="92" y="35"/>
                      </a:cubicBezTo>
                      <a:cubicBezTo>
                        <a:pt x="91" y="38"/>
                        <a:pt x="90" y="40"/>
                        <a:pt x="89" y="42"/>
                      </a:cubicBezTo>
                      <a:cubicBezTo>
                        <a:pt x="108" y="42"/>
                        <a:pt x="108" y="42"/>
                        <a:pt x="108" y="42"/>
                      </a:cubicBezTo>
                      <a:cubicBezTo>
                        <a:pt x="108" y="40"/>
                        <a:pt x="109" y="38"/>
                        <a:pt x="109" y="35"/>
                      </a:cubicBezTo>
                      <a:cubicBezTo>
                        <a:pt x="109" y="35"/>
                        <a:pt x="109" y="35"/>
                        <a:pt x="109" y="35"/>
                      </a:cubicBezTo>
                      <a:cubicBezTo>
                        <a:pt x="109" y="34"/>
                        <a:pt x="109" y="33"/>
                        <a:pt x="109" y="32"/>
                      </a:cubicBezTo>
                      <a:cubicBezTo>
                        <a:pt x="109" y="15"/>
                        <a:pt x="95" y="0"/>
                        <a:pt x="77" y="0"/>
                      </a:cubicBezTo>
                      <a:cubicBezTo>
                        <a:pt x="37" y="0"/>
                        <a:pt x="37" y="0"/>
                        <a:pt x="37" y="0"/>
                      </a:cubicBezTo>
                      <a:cubicBezTo>
                        <a:pt x="33" y="0"/>
                        <a:pt x="33" y="0"/>
                        <a:pt x="33" y="0"/>
                      </a:cubicBezTo>
                      <a:cubicBezTo>
                        <a:pt x="15" y="0"/>
                        <a:pt x="0" y="15"/>
                        <a:pt x="0" y="32"/>
                      </a:cubicBezTo>
                      <a:cubicBezTo>
                        <a:pt x="0" y="50"/>
                        <a:pt x="15" y="65"/>
                        <a:pt x="33" y="65"/>
                      </a:cubicBezTo>
                      <a:cubicBezTo>
                        <a:pt x="56" y="65"/>
                        <a:pt x="56" y="65"/>
                        <a:pt x="56" y="65"/>
                      </a:cubicBezTo>
                      <a:cubicBezTo>
                        <a:pt x="50" y="61"/>
                        <a:pt x="44" y="55"/>
                        <a:pt x="41" y="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Freeform 189">
                  <a:extLst>
                    <a:ext uri="{FF2B5EF4-FFF2-40B4-BE49-F238E27FC236}">
                      <a16:creationId xmlns:a16="http://schemas.microsoft.com/office/drawing/2014/main" id="{45D28E3F-4DDF-4ADD-B969-4C351374FD2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157375" y="4910089"/>
                  <a:ext cx="145627" cy="147184"/>
                </a:xfrm>
                <a:custGeom>
                  <a:avLst/>
                  <a:gdLst>
                    <a:gd name="T0" fmla="*/ 40 w 79"/>
                    <a:gd name="T1" fmla="*/ 0 h 80"/>
                    <a:gd name="T2" fmla="*/ 0 w 79"/>
                    <a:gd name="T3" fmla="*/ 40 h 80"/>
                    <a:gd name="T4" fmla="*/ 40 w 79"/>
                    <a:gd name="T5" fmla="*/ 80 h 80"/>
                    <a:gd name="T6" fmla="*/ 79 w 79"/>
                    <a:gd name="T7" fmla="*/ 40 h 80"/>
                    <a:gd name="T8" fmla="*/ 40 w 79"/>
                    <a:gd name="T9" fmla="*/ 0 h 80"/>
                    <a:gd name="T10" fmla="*/ 63 w 79"/>
                    <a:gd name="T11" fmla="*/ 46 h 80"/>
                    <a:gd name="T12" fmla="*/ 46 w 79"/>
                    <a:gd name="T13" fmla="*/ 46 h 80"/>
                    <a:gd name="T14" fmla="*/ 46 w 79"/>
                    <a:gd name="T15" fmla="*/ 63 h 80"/>
                    <a:gd name="T16" fmla="*/ 33 w 79"/>
                    <a:gd name="T17" fmla="*/ 63 h 80"/>
                    <a:gd name="T18" fmla="*/ 33 w 79"/>
                    <a:gd name="T19" fmla="*/ 46 h 80"/>
                    <a:gd name="T20" fmla="*/ 17 w 79"/>
                    <a:gd name="T21" fmla="*/ 46 h 80"/>
                    <a:gd name="T22" fmla="*/ 17 w 79"/>
                    <a:gd name="T23" fmla="*/ 34 h 80"/>
                    <a:gd name="T24" fmla="*/ 33 w 79"/>
                    <a:gd name="T25" fmla="*/ 34 h 80"/>
                    <a:gd name="T26" fmla="*/ 33 w 79"/>
                    <a:gd name="T27" fmla="*/ 17 h 80"/>
                    <a:gd name="T28" fmla="*/ 46 w 79"/>
                    <a:gd name="T29" fmla="*/ 17 h 80"/>
                    <a:gd name="T30" fmla="*/ 46 w 79"/>
                    <a:gd name="T31" fmla="*/ 34 h 80"/>
                    <a:gd name="T32" fmla="*/ 63 w 79"/>
                    <a:gd name="T33" fmla="*/ 34 h 80"/>
                    <a:gd name="T34" fmla="*/ 63 w 79"/>
                    <a:gd name="T35" fmla="*/ 46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9" h="80">
                      <a:moveTo>
                        <a:pt x="40" y="0"/>
                      </a:moveTo>
                      <a:cubicBezTo>
                        <a:pt x="18" y="0"/>
                        <a:pt x="0" y="18"/>
                        <a:pt x="0" y="40"/>
                      </a:cubicBezTo>
                      <a:cubicBezTo>
                        <a:pt x="0" y="62"/>
                        <a:pt x="18" y="80"/>
                        <a:pt x="40" y="80"/>
                      </a:cubicBezTo>
                      <a:cubicBezTo>
                        <a:pt x="62" y="80"/>
                        <a:pt x="79" y="62"/>
                        <a:pt x="79" y="40"/>
                      </a:cubicBezTo>
                      <a:cubicBezTo>
                        <a:pt x="79" y="18"/>
                        <a:pt x="62" y="0"/>
                        <a:pt x="40" y="0"/>
                      </a:cubicBezTo>
                      <a:close/>
                      <a:moveTo>
                        <a:pt x="63" y="46"/>
                      </a:moveTo>
                      <a:cubicBezTo>
                        <a:pt x="46" y="46"/>
                        <a:pt x="46" y="46"/>
                        <a:pt x="46" y="46"/>
                      </a:cubicBezTo>
                      <a:cubicBezTo>
                        <a:pt x="46" y="63"/>
                        <a:pt x="46" y="63"/>
                        <a:pt x="46" y="63"/>
                      </a:cubicBezTo>
                      <a:cubicBezTo>
                        <a:pt x="33" y="63"/>
                        <a:pt x="33" y="63"/>
                        <a:pt x="33" y="63"/>
                      </a:cubicBezTo>
                      <a:cubicBezTo>
                        <a:pt x="33" y="46"/>
                        <a:pt x="33" y="46"/>
                        <a:pt x="33" y="46"/>
                      </a:cubicBezTo>
                      <a:cubicBezTo>
                        <a:pt x="17" y="46"/>
                        <a:pt x="17" y="46"/>
                        <a:pt x="17" y="46"/>
                      </a:cubicBezTo>
                      <a:cubicBezTo>
                        <a:pt x="17" y="34"/>
                        <a:pt x="17" y="34"/>
                        <a:pt x="17" y="34"/>
                      </a:cubicBezTo>
                      <a:cubicBezTo>
                        <a:pt x="33" y="34"/>
                        <a:pt x="33" y="34"/>
                        <a:pt x="33" y="34"/>
                      </a:cubicBezTo>
                      <a:cubicBezTo>
                        <a:pt x="33" y="17"/>
                        <a:pt x="33" y="17"/>
                        <a:pt x="33" y="17"/>
                      </a:cubicBezTo>
                      <a:cubicBezTo>
                        <a:pt x="46" y="17"/>
                        <a:pt x="46" y="17"/>
                        <a:pt x="46" y="17"/>
                      </a:cubicBezTo>
                      <a:cubicBezTo>
                        <a:pt x="46" y="34"/>
                        <a:pt x="46" y="34"/>
                        <a:pt x="46" y="34"/>
                      </a:cubicBezTo>
                      <a:cubicBezTo>
                        <a:pt x="63" y="34"/>
                        <a:pt x="63" y="34"/>
                        <a:pt x="63" y="34"/>
                      </a:cubicBezTo>
                      <a:lnTo>
                        <a:pt x="63" y="4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Rectangle 190">
                  <a:extLst>
                    <a:ext uri="{FF2B5EF4-FFF2-40B4-BE49-F238E27FC236}">
                      <a16:creationId xmlns:a16="http://schemas.microsoft.com/office/drawing/2014/main" id="{0775E712-E1E7-4E7B-95B3-1C6777CCA7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36489" y="4987964"/>
                  <a:ext cx="21805" cy="7320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Rectangle 191">
                  <a:extLst>
                    <a:ext uri="{FF2B5EF4-FFF2-40B4-BE49-F238E27FC236}">
                      <a16:creationId xmlns:a16="http://schemas.microsoft.com/office/drawing/2014/main" id="{AAC82FEE-A5BB-4D91-9EAC-840ECFAA36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0790" y="5013663"/>
                  <a:ext cx="73203" cy="218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Rectangle 192">
                  <a:extLst>
                    <a:ext uri="{FF2B5EF4-FFF2-40B4-BE49-F238E27FC236}">
                      <a16:creationId xmlns:a16="http://schemas.microsoft.com/office/drawing/2014/main" id="{B0712217-D04B-41C5-AA5E-583382D8BB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5978" y="5009769"/>
                  <a:ext cx="13239" cy="443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Rectangle 193">
                  <a:extLst>
                    <a:ext uri="{FF2B5EF4-FFF2-40B4-BE49-F238E27FC236}">
                      <a16:creationId xmlns:a16="http://schemas.microsoft.com/office/drawing/2014/main" id="{1ACD3F9F-C542-40B0-8365-817179DD1D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91182" y="5024565"/>
                  <a:ext cx="44389" cy="124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D4072491-09B1-4589-AF15-CD907FB15A7A}"/>
                  </a:ext>
                </a:extLst>
              </p:cNvPr>
              <p:cNvGrpSpPr/>
              <p:nvPr/>
            </p:nvGrpSpPr>
            <p:grpSpPr>
              <a:xfrm>
                <a:off x="4297057" y="3301930"/>
                <a:ext cx="745170" cy="745170"/>
                <a:chOff x="4297057" y="3301930"/>
                <a:chExt cx="745170" cy="745170"/>
              </a:xfrm>
            </p:grpSpPr>
            <p:sp>
              <p:nvSpPr>
                <p:cNvPr id="32" name="同心圆 77">
                  <a:extLst>
                    <a:ext uri="{FF2B5EF4-FFF2-40B4-BE49-F238E27FC236}">
                      <a16:creationId xmlns:a16="http://schemas.microsoft.com/office/drawing/2014/main" id="{CD3F501F-FABF-409F-A0A9-D2C506C1C879}"/>
                    </a:ext>
                  </a:extLst>
                </p:cNvPr>
                <p:cNvSpPr/>
                <p:nvPr/>
              </p:nvSpPr>
              <p:spPr>
                <a:xfrm>
                  <a:off x="4297057" y="3301930"/>
                  <a:ext cx="745170" cy="745170"/>
                </a:xfrm>
                <a:prstGeom prst="donut">
                  <a:avLst>
                    <a:gd name="adj" fmla="val 11402"/>
                  </a:avLst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B684DDD9-3776-4A7F-BAA0-045729A58887}"/>
                    </a:ext>
                  </a:extLst>
                </p:cNvPr>
                <p:cNvSpPr/>
                <p:nvPr/>
              </p:nvSpPr>
              <p:spPr>
                <a:xfrm>
                  <a:off x="4363596" y="3368470"/>
                  <a:ext cx="612094" cy="612092"/>
                </a:xfrm>
                <a:prstGeom prst="ellipse">
                  <a:avLst/>
                </a:prstGeom>
                <a:solidFill>
                  <a:srgbClr val="40ABFA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Oval 302">
                  <a:extLst>
                    <a:ext uri="{FF2B5EF4-FFF2-40B4-BE49-F238E27FC236}">
                      <a16:creationId xmlns:a16="http://schemas.microsoft.com/office/drawing/2014/main" id="{1C2F4208-09E4-4C33-84AF-C7AB77D574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8463" y="3517799"/>
                  <a:ext cx="47656" cy="6048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Freeform 303">
                  <a:extLst>
                    <a:ext uri="{FF2B5EF4-FFF2-40B4-BE49-F238E27FC236}">
                      <a16:creationId xmlns:a16="http://schemas.microsoft.com/office/drawing/2014/main" id="{E5EA7AAF-7ED6-4F8E-8FC4-40B5FBD9335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533088" y="3583785"/>
                  <a:ext cx="174740" cy="247447"/>
                </a:xfrm>
                <a:custGeom>
                  <a:avLst/>
                  <a:gdLst>
                    <a:gd name="T0" fmla="*/ 121 w 121"/>
                    <a:gd name="T1" fmla="*/ 26 h 171"/>
                    <a:gd name="T2" fmla="*/ 120 w 121"/>
                    <a:gd name="T3" fmla="*/ 26 h 171"/>
                    <a:gd name="T4" fmla="*/ 114 w 121"/>
                    <a:gd name="T5" fmla="*/ 21 h 171"/>
                    <a:gd name="T6" fmla="*/ 90 w 121"/>
                    <a:gd name="T7" fmla="*/ 3 h 171"/>
                    <a:gd name="T8" fmla="*/ 84 w 121"/>
                    <a:gd name="T9" fmla="*/ 1 h 171"/>
                    <a:gd name="T10" fmla="*/ 76 w 121"/>
                    <a:gd name="T11" fmla="*/ 1 h 171"/>
                    <a:gd name="T12" fmla="*/ 74 w 121"/>
                    <a:gd name="T13" fmla="*/ 11 h 171"/>
                    <a:gd name="T14" fmla="*/ 67 w 121"/>
                    <a:gd name="T15" fmla="*/ 42 h 171"/>
                    <a:gd name="T16" fmla="*/ 67 w 121"/>
                    <a:gd name="T17" fmla="*/ 7 h 171"/>
                    <a:gd name="T18" fmla="*/ 58 w 121"/>
                    <a:gd name="T19" fmla="*/ 0 h 171"/>
                    <a:gd name="T20" fmla="*/ 58 w 121"/>
                    <a:gd name="T21" fmla="*/ 9 h 171"/>
                    <a:gd name="T22" fmla="*/ 45 w 121"/>
                    <a:gd name="T23" fmla="*/ 18 h 171"/>
                    <a:gd name="T24" fmla="*/ 40 w 121"/>
                    <a:gd name="T25" fmla="*/ 7 h 171"/>
                    <a:gd name="T26" fmla="*/ 47 w 121"/>
                    <a:gd name="T27" fmla="*/ 0 h 171"/>
                    <a:gd name="T28" fmla="*/ 38 w 121"/>
                    <a:gd name="T29" fmla="*/ 1 h 171"/>
                    <a:gd name="T30" fmla="*/ 3 w 121"/>
                    <a:gd name="T31" fmla="*/ 35 h 171"/>
                    <a:gd name="T32" fmla="*/ 3 w 121"/>
                    <a:gd name="T33" fmla="*/ 36 h 171"/>
                    <a:gd name="T34" fmla="*/ 1 w 121"/>
                    <a:gd name="T35" fmla="*/ 48 h 171"/>
                    <a:gd name="T36" fmla="*/ 2 w 121"/>
                    <a:gd name="T37" fmla="*/ 48 h 171"/>
                    <a:gd name="T38" fmla="*/ 2 w 121"/>
                    <a:gd name="T39" fmla="*/ 50 h 171"/>
                    <a:gd name="T40" fmla="*/ 6 w 121"/>
                    <a:gd name="T41" fmla="*/ 57 h 171"/>
                    <a:gd name="T42" fmla="*/ 20 w 121"/>
                    <a:gd name="T43" fmla="*/ 85 h 171"/>
                    <a:gd name="T44" fmla="*/ 33 w 121"/>
                    <a:gd name="T45" fmla="*/ 90 h 171"/>
                    <a:gd name="T46" fmla="*/ 35 w 121"/>
                    <a:gd name="T47" fmla="*/ 90 h 171"/>
                    <a:gd name="T48" fmla="*/ 60 w 121"/>
                    <a:gd name="T49" fmla="*/ 171 h 171"/>
                    <a:gd name="T50" fmla="*/ 56 w 121"/>
                    <a:gd name="T51" fmla="*/ 110 h 171"/>
                    <a:gd name="T52" fmla="*/ 89 w 121"/>
                    <a:gd name="T53" fmla="*/ 33 h 171"/>
                    <a:gd name="T54" fmla="*/ 93 w 121"/>
                    <a:gd name="T55" fmla="*/ 31 h 171"/>
                    <a:gd name="T56" fmla="*/ 75 w 121"/>
                    <a:gd name="T57" fmla="*/ 45 h 171"/>
                    <a:gd name="T58" fmla="*/ 89 w 121"/>
                    <a:gd name="T59" fmla="*/ 33 h 171"/>
                    <a:gd name="T60" fmla="*/ 30 w 121"/>
                    <a:gd name="T61" fmla="*/ 55 h 171"/>
                    <a:gd name="T62" fmla="*/ 24 w 121"/>
                    <a:gd name="T63" fmla="*/ 44 h 171"/>
                    <a:gd name="T64" fmla="*/ 33 w 121"/>
                    <a:gd name="T65" fmla="*/ 60 h 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21" h="171">
                      <a:moveTo>
                        <a:pt x="120" y="42"/>
                      </a:moveTo>
                      <a:cubicBezTo>
                        <a:pt x="120" y="35"/>
                        <a:pt x="121" y="24"/>
                        <a:pt x="121" y="26"/>
                      </a:cubicBezTo>
                      <a:cubicBezTo>
                        <a:pt x="121" y="26"/>
                        <a:pt x="121" y="26"/>
                        <a:pt x="121" y="26"/>
                      </a:cubicBezTo>
                      <a:cubicBezTo>
                        <a:pt x="120" y="26"/>
                        <a:pt x="120" y="26"/>
                        <a:pt x="120" y="26"/>
                      </a:cubicBezTo>
                      <a:cubicBezTo>
                        <a:pt x="118" y="24"/>
                        <a:pt x="118" y="24"/>
                        <a:pt x="118" y="24"/>
                      </a:cubicBezTo>
                      <a:cubicBezTo>
                        <a:pt x="114" y="21"/>
                        <a:pt x="114" y="21"/>
                        <a:pt x="114" y="21"/>
                      </a:cubicBezTo>
                      <a:cubicBezTo>
                        <a:pt x="106" y="15"/>
                        <a:pt x="106" y="15"/>
                        <a:pt x="106" y="15"/>
                      </a:cubicBezTo>
                      <a:cubicBezTo>
                        <a:pt x="90" y="3"/>
                        <a:pt x="90" y="3"/>
                        <a:pt x="90" y="3"/>
                      </a:cubicBezTo>
                      <a:cubicBezTo>
                        <a:pt x="88" y="2"/>
                        <a:pt x="86" y="1"/>
                        <a:pt x="84" y="1"/>
                      </a:cubicBezTo>
                      <a:cubicBezTo>
                        <a:pt x="84" y="1"/>
                        <a:pt x="84" y="1"/>
                        <a:pt x="84" y="1"/>
                      </a:cubicBezTo>
                      <a:cubicBezTo>
                        <a:pt x="81" y="1"/>
                        <a:pt x="78" y="1"/>
                        <a:pt x="76" y="0"/>
                      </a:cubicBezTo>
                      <a:cubicBezTo>
                        <a:pt x="76" y="1"/>
                        <a:pt x="76" y="1"/>
                        <a:pt x="76" y="1"/>
                      </a:cubicBezTo>
                      <a:cubicBezTo>
                        <a:pt x="83" y="7"/>
                        <a:pt x="83" y="7"/>
                        <a:pt x="83" y="7"/>
                      </a:cubicBezTo>
                      <a:cubicBezTo>
                        <a:pt x="74" y="11"/>
                        <a:pt x="74" y="11"/>
                        <a:pt x="74" y="11"/>
                      </a:cubicBezTo>
                      <a:cubicBezTo>
                        <a:pt x="78" y="18"/>
                        <a:pt x="78" y="18"/>
                        <a:pt x="78" y="18"/>
                      </a:cubicBezTo>
                      <a:cubicBezTo>
                        <a:pt x="67" y="42"/>
                        <a:pt x="67" y="42"/>
                        <a:pt x="67" y="42"/>
                      </a:cubicBezTo>
                      <a:cubicBezTo>
                        <a:pt x="65" y="9"/>
                        <a:pt x="65" y="9"/>
                        <a:pt x="65" y="9"/>
                      </a:cubicBezTo>
                      <a:cubicBezTo>
                        <a:pt x="67" y="7"/>
                        <a:pt x="67" y="7"/>
                        <a:pt x="67" y="7"/>
                      </a:cubicBezTo>
                      <a:cubicBezTo>
                        <a:pt x="65" y="0"/>
                        <a:pt x="65" y="0"/>
                        <a:pt x="65" y="0"/>
                      </a:cubicBezTo>
                      <a:cubicBezTo>
                        <a:pt x="58" y="0"/>
                        <a:pt x="58" y="0"/>
                        <a:pt x="58" y="0"/>
                      </a:cubicBezTo>
                      <a:cubicBezTo>
                        <a:pt x="56" y="7"/>
                        <a:pt x="56" y="7"/>
                        <a:pt x="56" y="7"/>
                      </a:cubicBezTo>
                      <a:cubicBezTo>
                        <a:pt x="58" y="9"/>
                        <a:pt x="58" y="9"/>
                        <a:pt x="58" y="9"/>
                      </a:cubicBezTo>
                      <a:cubicBezTo>
                        <a:pt x="56" y="42"/>
                        <a:pt x="56" y="42"/>
                        <a:pt x="56" y="42"/>
                      </a:cubicBezTo>
                      <a:cubicBezTo>
                        <a:pt x="45" y="18"/>
                        <a:pt x="45" y="18"/>
                        <a:pt x="45" y="18"/>
                      </a:cubicBezTo>
                      <a:cubicBezTo>
                        <a:pt x="49" y="11"/>
                        <a:pt x="49" y="11"/>
                        <a:pt x="49" y="11"/>
                      </a:cubicBezTo>
                      <a:cubicBezTo>
                        <a:pt x="40" y="7"/>
                        <a:pt x="40" y="7"/>
                        <a:pt x="40" y="7"/>
                      </a:cubicBezTo>
                      <a:cubicBezTo>
                        <a:pt x="47" y="1"/>
                        <a:pt x="47" y="1"/>
                        <a:pt x="47" y="1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5" y="1"/>
                        <a:pt x="42" y="1"/>
                        <a:pt x="39" y="1"/>
                      </a:cubicBezTo>
                      <a:cubicBezTo>
                        <a:pt x="39" y="1"/>
                        <a:pt x="39" y="1"/>
                        <a:pt x="38" y="1"/>
                      </a:cubicBezTo>
                      <a:cubicBezTo>
                        <a:pt x="36" y="2"/>
                        <a:pt x="33" y="3"/>
                        <a:pt x="31" y="5"/>
                      </a:cubicBezTo>
                      <a:cubicBezTo>
                        <a:pt x="3" y="35"/>
                        <a:pt x="3" y="35"/>
                        <a:pt x="3" y="35"/>
                      </a:cubicBezTo>
                      <a:cubicBezTo>
                        <a:pt x="3" y="36"/>
                        <a:pt x="3" y="36"/>
                        <a:pt x="3" y="36"/>
                      </a:cubicBezTo>
                      <a:cubicBezTo>
                        <a:pt x="3" y="36"/>
                        <a:pt x="3" y="36"/>
                        <a:pt x="3" y="36"/>
                      </a:cubicBezTo>
                      <a:cubicBezTo>
                        <a:pt x="0" y="60"/>
                        <a:pt x="2" y="42"/>
                        <a:pt x="1" y="48"/>
                      </a:cubicBezTo>
                      <a:cubicBezTo>
                        <a:pt x="1" y="48"/>
                        <a:pt x="1" y="48"/>
                        <a:pt x="1" y="48"/>
                      </a:cubicBezTo>
                      <a:cubicBezTo>
                        <a:pt x="1" y="48"/>
                        <a:pt x="1" y="48"/>
                        <a:pt x="1" y="48"/>
                      </a:cubicBezTo>
                      <a:cubicBezTo>
                        <a:pt x="2" y="48"/>
                        <a:pt x="2" y="48"/>
                        <a:pt x="2" y="48"/>
                      </a:cubicBezTo>
                      <a:cubicBezTo>
                        <a:pt x="2" y="49"/>
                        <a:pt x="2" y="49"/>
                        <a:pt x="2" y="49"/>
                      </a:cubicBezTo>
                      <a:cubicBezTo>
                        <a:pt x="2" y="50"/>
                        <a:pt x="2" y="50"/>
                        <a:pt x="2" y="50"/>
                      </a:cubicBezTo>
                      <a:cubicBezTo>
                        <a:pt x="4" y="52"/>
                        <a:pt x="4" y="52"/>
                        <a:pt x="4" y="52"/>
                      </a:cubicBezTo>
                      <a:cubicBezTo>
                        <a:pt x="6" y="57"/>
                        <a:pt x="6" y="57"/>
                        <a:pt x="6" y="57"/>
                      </a:cubicBezTo>
                      <a:cubicBezTo>
                        <a:pt x="11" y="66"/>
                        <a:pt x="11" y="66"/>
                        <a:pt x="11" y="66"/>
                      </a:cubicBezTo>
                      <a:cubicBezTo>
                        <a:pt x="20" y="85"/>
                        <a:pt x="20" y="85"/>
                        <a:pt x="20" y="85"/>
                      </a:cubicBezTo>
                      <a:cubicBezTo>
                        <a:pt x="24" y="82"/>
                        <a:pt x="29" y="80"/>
                        <a:pt x="33" y="78"/>
                      </a:cubicBezTo>
                      <a:cubicBezTo>
                        <a:pt x="33" y="82"/>
                        <a:pt x="33" y="86"/>
                        <a:pt x="33" y="90"/>
                      </a:cubicBezTo>
                      <a:cubicBezTo>
                        <a:pt x="33" y="90"/>
                        <a:pt x="33" y="90"/>
                        <a:pt x="33" y="90"/>
                      </a:cubicBezTo>
                      <a:cubicBezTo>
                        <a:pt x="33" y="90"/>
                        <a:pt x="34" y="90"/>
                        <a:pt x="35" y="90"/>
                      </a:cubicBezTo>
                      <a:cubicBezTo>
                        <a:pt x="37" y="171"/>
                        <a:pt x="37" y="171"/>
                        <a:pt x="37" y="171"/>
                      </a:cubicBezTo>
                      <a:cubicBezTo>
                        <a:pt x="60" y="171"/>
                        <a:pt x="60" y="171"/>
                        <a:pt x="60" y="171"/>
                      </a:cubicBezTo>
                      <a:cubicBezTo>
                        <a:pt x="61" y="161"/>
                        <a:pt x="61" y="148"/>
                        <a:pt x="61" y="134"/>
                      </a:cubicBezTo>
                      <a:cubicBezTo>
                        <a:pt x="58" y="127"/>
                        <a:pt x="56" y="118"/>
                        <a:pt x="56" y="110"/>
                      </a:cubicBezTo>
                      <a:cubicBezTo>
                        <a:pt x="56" y="74"/>
                        <a:pt x="84" y="44"/>
                        <a:pt x="120" y="42"/>
                      </a:cubicBezTo>
                      <a:close/>
                      <a:moveTo>
                        <a:pt x="89" y="33"/>
                      </a:moveTo>
                      <a:cubicBezTo>
                        <a:pt x="89" y="31"/>
                        <a:pt x="89" y="29"/>
                        <a:pt x="89" y="27"/>
                      </a:cubicBezTo>
                      <a:cubicBezTo>
                        <a:pt x="93" y="31"/>
                        <a:pt x="93" y="31"/>
                        <a:pt x="93" y="31"/>
                      </a:cubicBezTo>
                      <a:cubicBezTo>
                        <a:pt x="96" y="33"/>
                        <a:pt x="96" y="33"/>
                        <a:pt x="96" y="33"/>
                      </a:cubicBezTo>
                      <a:cubicBezTo>
                        <a:pt x="75" y="45"/>
                        <a:pt x="75" y="45"/>
                        <a:pt x="75" y="45"/>
                      </a:cubicBezTo>
                      <a:cubicBezTo>
                        <a:pt x="74" y="42"/>
                        <a:pt x="74" y="42"/>
                        <a:pt x="74" y="42"/>
                      </a:cubicBezTo>
                      <a:lnTo>
                        <a:pt x="89" y="33"/>
                      </a:lnTo>
                      <a:close/>
                      <a:moveTo>
                        <a:pt x="33" y="60"/>
                      </a:moveTo>
                      <a:cubicBezTo>
                        <a:pt x="30" y="55"/>
                        <a:pt x="30" y="55"/>
                        <a:pt x="30" y="55"/>
                      </a:cubicBezTo>
                      <a:cubicBezTo>
                        <a:pt x="25" y="46"/>
                        <a:pt x="25" y="46"/>
                        <a:pt x="25" y="46"/>
                      </a:cubicBezTo>
                      <a:cubicBezTo>
                        <a:pt x="24" y="44"/>
                        <a:pt x="24" y="44"/>
                        <a:pt x="24" y="44"/>
                      </a:cubicBezTo>
                      <a:cubicBezTo>
                        <a:pt x="34" y="31"/>
                        <a:pt x="34" y="31"/>
                        <a:pt x="34" y="31"/>
                      </a:cubicBezTo>
                      <a:cubicBezTo>
                        <a:pt x="34" y="41"/>
                        <a:pt x="33" y="50"/>
                        <a:pt x="33" y="6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Freeform 304">
                  <a:extLst>
                    <a:ext uri="{FF2B5EF4-FFF2-40B4-BE49-F238E27FC236}">
                      <a16:creationId xmlns:a16="http://schemas.microsoft.com/office/drawing/2014/main" id="{9D2DDA12-D794-4A54-A373-D878CF673266}"/>
                    </a:ext>
                  </a:extLst>
                </p:cNvPr>
                <p:cNvSpPr/>
                <p:nvPr/>
              </p:nvSpPr>
              <p:spPr bwMode="auto">
                <a:xfrm>
                  <a:off x="4625957" y="3789074"/>
                  <a:ext cx="34215" cy="42158"/>
                </a:xfrm>
                <a:custGeom>
                  <a:avLst/>
                  <a:gdLst>
                    <a:gd name="T0" fmla="*/ 0 w 24"/>
                    <a:gd name="T1" fmla="*/ 0 h 29"/>
                    <a:gd name="T2" fmla="*/ 1 w 24"/>
                    <a:gd name="T3" fmla="*/ 29 h 29"/>
                    <a:gd name="T4" fmla="*/ 24 w 24"/>
                    <a:gd name="T5" fmla="*/ 29 h 29"/>
                    <a:gd name="T6" fmla="*/ 24 w 24"/>
                    <a:gd name="T7" fmla="*/ 26 h 29"/>
                    <a:gd name="T8" fmla="*/ 0 w 24"/>
                    <a:gd name="T9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29">
                      <a:moveTo>
                        <a:pt x="0" y="0"/>
                      </a:moveTo>
                      <a:cubicBezTo>
                        <a:pt x="1" y="29"/>
                        <a:pt x="1" y="29"/>
                        <a:pt x="1" y="29"/>
                      </a:cubicBezTo>
                      <a:cubicBezTo>
                        <a:pt x="24" y="29"/>
                        <a:pt x="24" y="29"/>
                        <a:pt x="24" y="29"/>
                      </a:cubicBezTo>
                      <a:cubicBezTo>
                        <a:pt x="24" y="28"/>
                        <a:pt x="24" y="27"/>
                        <a:pt x="24" y="26"/>
                      </a:cubicBezTo>
                      <a:cubicBezTo>
                        <a:pt x="14" y="19"/>
                        <a:pt x="6" y="11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Freeform 305">
                  <a:extLst>
                    <a:ext uri="{FF2B5EF4-FFF2-40B4-BE49-F238E27FC236}">
                      <a16:creationId xmlns:a16="http://schemas.microsoft.com/office/drawing/2014/main" id="{D1876F8F-F034-4D2F-A7B6-C0E2067CBD50}"/>
                    </a:ext>
                  </a:extLst>
                </p:cNvPr>
                <p:cNvSpPr/>
                <p:nvPr/>
              </p:nvSpPr>
              <p:spPr bwMode="auto">
                <a:xfrm>
                  <a:off x="4703552" y="3650381"/>
                  <a:ext cx="30549" cy="23217"/>
                </a:xfrm>
                <a:custGeom>
                  <a:avLst/>
                  <a:gdLst>
                    <a:gd name="T0" fmla="*/ 43 w 50"/>
                    <a:gd name="T1" fmla="*/ 0 h 38"/>
                    <a:gd name="T2" fmla="*/ 36 w 50"/>
                    <a:gd name="T3" fmla="*/ 0 h 38"/>
                    <a:gd name="T4" fmla="*/ 14 w 50"/>
                    <a:gd name="T5" fmla="*/ 0 h 38"/>
                    <a:gd name="T6" fmla="*/ 7 w 50"/>
                    <a:gd name="T7" fmla="*/ 0 h 38"/>
                    <a:gd name="T8" fmla="*/ 0 w 50"/>
                    <a:gd name="T9" fmla="*/ 38 h 38"/>
                    <a:gd name="T10" fmla="*/ 14 w 50"/>
                    <a:gd name="T11" fmla="*/ 38 h 38"/>
                    <a:gd name="T12" fmla="*/ 36 w 50"/>
                    <a:gd name="T13" fmla="*/ 38 h 38"/>
                    <a:gd name="T14" fmla="*/ 50 w 50"/>
                    <a:gd name="T15" fmla="*/ 38 h 38"/>
                    <a:gd name="T16" fmla="*/ 43 w 50"/>
                    <a:gd name="T17" fmla="*/ 0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0" h="38">
                      <a:moveTo>
                        <a:pt x="43" y="0"/>
                      </a:moveTo>
                      <a:lnTo>
                        <a:pt x="36" y="0"/>
                      </a:lnTo>
                      <a:lnTo>
                        <a:pt x="14" y="0"/>
                      </a:lnTo>
                      <a:lnTo>
                        <a:pt x="7" y="0"/>
                      </a:lnTo>
                      <a:lnTo>
                        <a:pt x="0" y="38"/>
                      </a:lnTo>
                      <a:lnTo>
                        <a:pt x="14" y="38"/>
                      </a:lnTo>
                      <a:lnTo>
                        <a:pt x="36" y="38"/>
                      </a:lnTo>
                      <a:lnTo>
                        <a:pt x="50" y="38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Freeform 306">
                  <a:extLst>
                    <a:ext uri="{FF2B5EF4-FFF2-40B4-BE49-F238E27FC236}">
                      <a16:creationId xmlns:a16="http://schemas.microsoft.com/office/drawing/2014/main" id="{D8988390-F109-44FD-BA60-E81463FB9211}"/>
                    </a:ext>
                  </a:extLst>
                </p:cNvPr>
                <p:cNvSpPr/>
                <p:nvPr/>
              </p:nvSpPr>
              <p:spPr bwMode="auto">
                <a:xfrm>
                  <a:off x="4663227" y="3654659"/>
                  <a:ext cx="34826" cy="33604"/>
                </a:xfrm>
                <a:custGeom>
                  <a:avLst/>
                  <a:gdLst>
                    <a:gd name="T0" fmla="*/ 33 w 57"/>
                    <a:gd name="T1" fmla="*/ 0 h 55"/>
                    <a:gd name="T2" fmla="*/ 26 w 57"/>
                    <a:gd name="T3" fmla="*/ 5 h 55"/>
                    <a:gd name="T4" fmla="*/ 7 w 57"/>
                    <a:gd name="T5" fmla="*/ 14 h 55"/>
                    <a:gd name="T6" fmla="*/ 0 w 57"/>
                    <a:gd name="T7" fmla="*/ 19 h 55"/>
                    <a:gd name="T8" fmla="*/ 14 w 57"/>
                    <a:gd name="T9" fmla="*/ 55 h 55"/>
                    <a:gd name="T10" fmla="*/ 28 w 57"/>
                    <a:gd name="T11" fmla="*/ 47 h 55"/>
                    <a:gd name="T12" fmla="*/ 45 w 57"/>
                    <a:gd name="T13" fmla="*/ 38 h 55"/>
                    <a:gd name="T14" fmla="*/ 57 w 57"/>
                    <a:gd name="T15" fmla="*/ 31 h 55"/>
                    <a:gd name="T16" fmla="*/ 33 w 57"/>
                    <a:gd name="T17" fmla="*/ 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7" h="55">
                      <a:moveTo>
                        <a:pt x="33" y="0"/>
                      </a:moveTo>
                      <a:lnTo>
                        <a:pt x="26" y="5"/>
                      </a:lnTo>
                      <a:lnTo>
                        <a:pt x="7" y="14"/>
                      </a:lnTo>
                      <a:lnTo>
                        <a:pt x="0" y="19"/>
                      </a:lnTo>
                      <a:lnTo>
                        <a:pt x="14" y="55"/>
                      </a:lnTo>
                      <a:lnTo>
                        <a:pt x="28" y="47"/>
                      </a:lnTo>
                      <a:lnTo>
                        <a:pt x="45" y="38"/>
                      </a:lnTo>
                      <a:lnTo>
                        <a:pt x="57" y="31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Freeform 307">
                  <a:extLst>
                    <a:ext uri="{FF2B5EF4-FFF2-40B4-BE49-F238E27FC236}">
                      <a16:creationId xmlns:a16="http://schemas.microsoft.com/office/drawing/2014/main" id="{1399BB4B-C677-4E95-97A3-A48A88790817}"/>
                    </a:ext>
                  </a:extLst>
                </p:cNvPr>
                <p:cNvSpPr/>
                <p:nvPr/>
              </p:nvSpPr>
              <p:spPr bwMode="auto">
                <a:xfrm>
                  <a:off x="4632678" y="3682152"/>
                  <a:ext cx="34826" cy="34826"/>
                </a:xfrm>
                <a:custGeom>
                  <a:avLst/>
                  <a:gdLst>
                    <a:gd name="T0" fmla="*/ 19 w 57"/>
                    <a:gd name="T1" fmla="*/ 0 h 57"/>
                    <a:gd name="T2" fmla="*/ 15 w 57"/>
                    <a:gd name="T3" fmla="*/ 7 h 57"/>
                    <a:gd name="T4" fmla="*/ 5 w 57"/>
                    <a:gd name="T5" fmla="*/ 26 h 57"/>
                    <a:gd name="T6" fmla="*/ 0 w 57"/>
                    <a:gd name="T7" fmla="*/ 33 h 57"/>
                    <a:gd name="T8" fmla="*/ 31 w 57"/>
                    <a:gd name="T9" fmla="*/ 57 h 57"/>
                    <a:gd name="T10" fmla="*/ 38 w 57"/>
                    <a:gd name="T11" fmla="*/ 45 h 57"/>
                    <a:gd name="T12" fmla="*/ 50 w 57"/>
                    <a:gd name="T13" fmla="*/ 26 h 57"/>
                    <a:gd name="T14" fmla="*/ 57 w 57"/>
                    <a:gd name="T15" fmla="*/ 14 h 57"/>
                    <a:gd name="T16" fmla="*/ 19 w 57"/>
                    <a:gd name="T17" fmla="*/ 0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7" h="57">
                      <a:moveTo>
                        <a:pt x="19" y="0"/>
                      </a:moveTo>
                      <a:lnTo>
                        <a:pt x="15" y="7"/>
                      </a:lnTo>
                      <a:lnTo>
                        <a:pt x="5" y="26"/>
                      </a:lnTo>
                      <a:lnTo>
                        <a:pt x="0" y="33"/>
                      </a:lnTo>
                      <a:lnTo>
                        <a:pt x="31" y="57"/>
                      </a:lnTo>
                      <a:lnTo>
                        <a:pt x="38" y="45"/>
                      </a:lnTo>
                      <a:lnTo>
                        <a:pt x="50" y="26"/>
                      </a:lnTo>
                      <a:lnTo>
                        <a:pt x="57" y="14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Freeform 308">
                  <a:extLst>
                    <a:ext uri="{FF2B5EF4-FFF2-40B4-BE49-F238E27FC236}">
                      <a16:creationId xmlns:a16="http://schemas.microsoft.com/office/drawing/2014/main" id="{D213B062-784E-4993-9B86-13AB49B79BAE}"/>
                    </a:ext>
                  </a:extLst>
                </p:cNvPr>
                <p:cNvSpPr/>
                <p:nvPr/>
              </p:nvSpPr>
              <p:spPr bwMode="auto">
                <a:xfrm>
                  <a:off x="4625957" y="3722477"/>
                  <a:ext cx="22607" cy="29327"/>
                </a:xfrm>
                <a:custGeom>
                  <a:avLst/>
                  <a:gdLst>
                    <a:gd name="T0" fmla="*/ 0 w 37"/>
                    <a:gd name="T1" fmla="*/ 5 h 48"/>
                    <a:gd name="T2" fmla="*/ 0 w 37"/>
                    <a:gd name="T3" fmla="*/ 14 h 48"/>
                    <a:gd name="T4" fmla="*/ 0 w 37"/>
                    <a:gd name="T5" fmla="*/ 33 h 48"/>
                    <a:gd name="T6" fmla="*/ 0 w 37"/>
                    <a:gd name="T7" fmla="*/ 43 h 48"/>
                    <a:gd name="T8" fmla="*/ 37 w 37"/>
                    <a:gd name="T9" fmla="*/ 48 h 48"/>
                    <a:gd name="T10" fmla="*/ 37 w 37"/>
                    <a:gd name="T11" fmla="*/ 33 h 48"/>
                    <a:gd name="T12" fmla="*/ 37 w 37"/>
                    <a:gd name="T13" fmla="*/ 14 h 48"/>
                    <a:gd name="T14" fmla="*/ 37 w 37"/>
                    <a:gd name="T15" fmla="*/ 0 h 48"/>
                    <a:gd name="T16" fmla="*/ 0 w 37"/>
                    <a:gd name="T17" fmla="*/ 5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7" h="48">
                      <a:moveTo>
                        <a:pt x="0" y="5"/>
                      </a:moveTo>
                      <a:lnTo>
                        <a:pt x="0" y="14"/>
                      </a:lnTo>
                      <a:lnTo>
                        <a:pt x="0" y="33"/>
                      </a:lnTo>
                      <a:lnTo>
                        <a:pt x="0" y="43"/>
                      </a:lnTo>
                      <a:lnTo>
                        <a:pt x="37" y="48"/>
                      </a:lnTo>
                      <a:lnTo>
                        <a:pt x="37" y="33"/>
                      </a:lnTo>
                      <a:lnTo>
                        <a:pt x="37" y="14"/>
                      </a:lnTo>
                      <a:lnTo>
                        <a:pt x="37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 309">
                  <a:extLst>
                    <a:ext uri="{FF2B5EF4-FFF2-40B4-BE49-F238E27FC236}">
                      <a16:creationId xmlns:a16="http://schemas.microsoft.com/office/drawing/2014/main" id="{8F868B27-495E-4B1D-8EEC-239CF5101633}"/>
                    </a:ext>
                  </a:extLst>
                </p:cNvPr>
                <p:cNvSpPr/>
                <p:nvPr/>
              </p:nvSpPr>
              <p:spPr bwMode="auto">
                <a:xfrm>
                  <a:off x="4630234" y="3757303"/>
                  <a:ext cx="32993" cy="34826"/>
                </a:xfrm>
                <a:custGeom>
                  <a:avLst/>
                  <a:gdLst>
                    <a:gd name="T0" fmla="*/ 0 w 54"/>
                    <a:gd name="T1" fmla="*/ 26 h 57"/>
                    <a:gd name="T2" fmla="*/ 4 w 54"/>
                    <a:gd name="T3" fmla="*/ 33 h 57"/>
                    <a:gd name="T4" fmla="*/ 14 w 54"/>
                    <a:gd name="T5" fmla="*/ 50 h 57"/>
                    <a:gd name="T6" fmla="*/ 19 w 54"/>
                    <a:gd name="T7" fmla="*/ 57 h 57"/>
                    <a:gd name="T8" fmla="*/ 54 w 54"/>
                    <a:gd name="T9" fmla="*/ 43 h 57"/>
                    <a:gd name="T10" fmla="*/ 47 w 54"/>
                    <a:gd name="T11" fmla="*/ 31 h 57"/>
                    <a:gd name="T12" fmla="*/ 37 w 54"/>
                    <a:gd name="T13" fmla="*/ 14 h 57"/>
                    <a:gd name="T14" fmla="*/ 30 w 54"/>
                    <a:gd name="T15" fmla="*/ 0 h 57"/>
                    <a:gd name="T16" fmla="*/ 0 w 54"/>
                    <a:gd name="T17" fmla="*/ 26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4" h="57">
                      <a:moveTo>
                        <a:pt x="0" y="26"/>
                      </a:moveTo>
                      <a:lnTo>
                        <a:pt x="4" y="33"/>
                      </a:lnTo>
                      <a:lnTo>
                        <a:pt x="14" y="50"/>
                      </a:lnTo>
                      <a:lnTo>
                        <a:pt x="19" y="57"/>
                      </a:lnTo>
                      <a:lnTo>
                        <a:pt x="54" y="43"/>
                      </a:lnTo>
                      <a:lnTo>
                        <a:pt x="47" y="31"/>
                      </a:lnTo>
                      <a:lnTo>
                        <a:pt x="37" y="14"/>
                      </a:lnTo>
                      <a:lnTo>
                        <a:pt x="30" y="0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Freeform 310">
                  <a:extLst>
                    <a:ext uri="{FF2B5EF4-FFF2-40B4-BE49-F238E27FC236}">
                      <a16:creationId xmlns:a16="http://schemas.microsoft.com/office/drawing/2014/main" id="{F002E3A0-CF30-473B-AF82-CC7F3FF7CC52}"/>
                    </a:ext>
                  </a:extLst>
                </p:cNvPr>
                <p:cNvSpPr/>
                <p:nvPr/>
              </p:nvSpPr>
              <p:spPr bwMode="auto">
                <a:xfrm>
                  <a:off x="4657728" y="3789074"/>
                  <a:ext cx="34215" cy="32993"/>
                </a:xfrm>
                <a:custGeom>
                  <a:avLst/>
                  <a:gdLst>
                    <a:gd name="T0" fmla="*/ 0 w 56"/>
                    <a:gd name="T1" fmla="*/ 35 h 54"/>
                    <a:gd name="T2" fmla="*/ 7 w 56"/>
                    <a:gd name="T3" fmla="*/ 40 h 54"/>
                    <a:gd name="T4" fmla="*/ 26 w 56"/>
                    <a:gd name="T5" fmla="*/ 50 h 54"/>
                    <a:gd name="T6" fmla="*/ 30 w 56"/>
                    <a:gd name="T7" fmla="*/ 54 h 54"/>
                    <a:gd name="T8" fmla="*/ 56 w 56"/>
                    <a:gd name="T9" fmla="*/ 24 h 54"/>
                    <a:gd name="T10" fmla="*/ 45 w 56"/>
                    <a:gd name="T11" fmla="*/ 17 h 54"/>
                    <a:gd name="T12" fmla="*/ 26 w 56"/>
                    <a:gd name="T13" fmla="*/ 7 h 54"/>
                    <a:gd name="T14" fmla="*/ 14 w 56"/>
                    <a:gd name="T15" fmla="*/ 0 h 54"/>
                    <a:gd name="T16" fmla="*/ 0 w 56"/>
                    <a:gd name="T17" fmla="*/ 35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6" h="54">
                      <a:moveTo>
                        <a:pt x="0" y="35"/>
                      </a:moveTo>
                      <a:lnTo>
                        <a:pt x="7" y="40"/>
                      </a:lnTo>
                      <a:lnTo>
                        <a:pt x="26" y="50"/>
                      </a:lnTo>
                      <a:lnTo>
                        <a:pt x="30" y="54"/>
                      </a:lnTo>
                      <a:lnTo>
                        <a:pt x="56" y="24"/>
                      </a:lnTo>
                      <a:lnTo>
                        <a:pt x="45" y="17"/>
                      </a:lnTo>
                      <a:lnTo>
                        <a:pt x="26" y="7"/>
                      </a:lnTo>
                      <a:lnTo>
                        <a:pt x="14" y="0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Freeform 311">
                  <a:extLst>
                    <a:ext uri="{FF2B5EF4-FFF2-40B4-BE49-F238E27FC236}">
                      <a16:creationId xmlns:a16="http://schemas.microsoft.com/office/drawing/2014/main" id="{15F5E082-9F74-458F-9EDE-7C8087056DF3}"/>
                    </a:ext>
                  </a:extLst>
                </p:cNvPr>
                <p:cNvSpPr/>
                <p:nvPr/>
              </p:nvSpPr>
              <p:spPr bwMode="auto">
                <a:xfrm>
                  <a:off x="4696220" y="3806182"/>
                  <a:ext cx="30549" cy="25050"/>
                </a:xfrm>
                <a:custGeom>
                  <a:avLst/>
                  <a:gdLst>
                    <a:gd name="T0" fmla="*/ 8 w 50"/>
                    <a:gd name="T1" fmla="*/ 41 h 41"/>
                    <a:gd name="T2" fmla="*/ 15 w 50"/>
                    <a:gd name="T3" fmla="*/ 41 h 41"/>
                    <a:gd name="T4" fmla="*/ 36 w 50"/>
                    <a:gd name="T5" fmla="*/ 41 h 41"/>
                    <a:gd name="T6" fmla="*/ 43 w 50"/>
                    <a:gd name="T7" fmla="*/ 41 h 41"/>
                    <a:gd name="T8" fmla="*/ 50 w 50"/>
                    <a:gd name="T9" fmla="*/ 0 h 41"/>
                    <a:gd name="T10" fmla="*/ 36 w 50"/>
                    <a:gd name="T11" fmla="*/ 0 h 41"/>
                    <a:gd name="T12" fmla="*/ 15 w 50"/>
                    <a:gd name="T13" fmla="*/ 0 h 41"/>
                    <a:gd name="T14" fmla="*/ 0 w 50"/>
                    <a:gd name="T15" fmla="*/ 0 h 41"/>
                    <a:gd name="T16" fmla="*/ 8 w 50"/>
                    <a:gd name="T17" fmla="*/ 41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0" h="41">
                      <a:moveTo>
                        <a:pt x="8" y="41"/>
                      </a:moveTo>
                      <a:lnTo>
                        <a:pt x="15" y="41"/>
                      </a:lnTo>
                      <a:lnTo>
                        <a:pt x="36" y="41"/>
                      </a:lnTo>
                      <a:lnTo>
                        <a:pt x="43" y="41"/>
                      </a:lnTo>
                      <a:lnTo>
                        <a:pt x="50" y="0"/>
                      </a:lnTo>
                      <a:lnTo>
                        <a:pt x="36" y="0"/>
                      </a:lnTo>
                      <a:lnTo>
                        <a:pt x="15" y="0"/>
                      </a:lnTo>
                      <a:lnTo>
                        <a:pt x="0" y="0"/>
                      </a:lnTo>
                      <a:lnTo>
                        <a:pt x="8" y="4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Freeform 312">
                  <a:extLst>
                    <a:ext uri="{FF2B5EF4-FFF2-40B4-BE49-F238E27FC236}">
                      <a16:creationId xmlns:a16="http://schemas.microsoft.com/office/drawing/2014/main" id="{37B3B97C-BEE7-4719-8E94-A2B0C55E06FC}"/>
                    </a:ext>
                  </a:extLst>
                </p:cNvPr>
                <p:cNvSpPr/>
                <p:nvPr/>
              </p:nvSpPr>
              <p:spPr bwMode="auto">
                <a:xfrm>
                  <a:off x="4732878" y="3792129"/>
                  <a:ext cx="34215" cy="32993"/>
                </a:xfrm>
                <a:custGeom>
                  <a:avLst/>
                  <a:gdLst>
                    <a:gd name="T0" fmla="*/ 26 w 56"/>
                    <a:gd name="T1" fmla="*/ 54 h 54"/>
                    <a:gd name="T2" fmla="*/ 30 w 56"/>
                    <a:gd name="T3" fmla="*/ 52 h 54"/>
                    <a:gd name="T4" fmla="*/ 49 w 56"/>
                    <a:gd name="T5" fmla="*/ 40 h 54"/>
                    <a:gd name="T6" fmla="*/ 56 w 56"/>
                    <a:gd name="T7" fmla="*/ 38 h 54"/>
                    <a:gd name="T8" fmla="*/ 42 w 56"/>
                    <a:gd name="T9" fmla="*/ 0 h 54"/>
                    <a:gd name="T10" fmla="*/ 30 w 56"/>
                    <a:gd name="T11" fmla="*/ 7 h 54"/>
                    <a:gd name="T12" fmla="*/ 11 w 56"/>
                    <a:gd name="T13" fmla="*/ 19 h 54"/>
                    <a:gd name="T14" fmla="*/ 0 w 56"/>
                    <a:gd name="T15" fmla="*/ 26 h 54"/>
                    <a:gd name="T16" fmla="*/ 26 w 56"/>
                    <a:gd name="T17" fmla="*/ 54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6" h="54">
                      <a:moveTo>
                        <a:pt x="26" y="54"/>
                      </a:moveTo>
                      <a:lnTo>
                        <a:pt x="30" y="52"/>
                      </a:lnTo>
                      <a:lnTo>
                        <a:pt x="49" y="40"/>
                      </a:lnTo>
                      <a:lnTo>
                        <a:pt x="56" y="38"/>
                      </a:lnTo>
                      <a:lnTo>
                        <a:pt x="42" y="0"/>
                      </a:lnTo>
                      <a:lnTo>
                        <a:pt x="30" y="7"/>
                      </a:lnTo>
                      <a:lnTo>
                        <a:pt x="11" y="19"/>
                      </a:lnTo>
                      <a:lnTo>
                        <a:pt x="0" y="26"/>
                      </a:lnTo>
                      <a:lnTo>
                        <a:pt x="26" y="5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Freeform 313">
                  <a:extLst>
                    <a:ext uri="{FF2B5EF4-FFF2-40B4-BE49-F238E27FC236}">
                      <a16:creationId xmlns:a16="http://schemas.microsoft.com/office/drawing/2014/main" id="{9AC2C278-C1CA-4E49-A284-565E1B9013A3}"/>
                    </a:ext>
                  </a:extLst>
                </p:cNvPr>
                <p:cNvSpPr/>
                <p:nvPr/>
              </p:nvSpPr>
              <p:spPr bwMode="auto">
                <a:xfrm>
                  <a:off x="4764650" y="3764635"/>
                  <a:ext cx="32993" cy="32993"/>
                </a:xfrm>
                <a:custGeom>
                  <a:avLst/>
                  <a:gdLst>
                    <a:gd name="T0" fmla="*/ 35 w 54"/>
                    <a:gd name="T1" fmla="*/ 54 h 54"/>
                    <a:gd name="T2" fmla="*/ 40 w 54"/>
                    <a:gd name="T3" fmla="*/ 47 h 54"/>
                    <a:gd name="T4" fmla="*/ 49 w 54"/>
                    <a:gd name="T5" fmla="*/ 31 h 54"/>
                    <a:gd name="T6" fmla="*/ 54 w 54"/>
                    <a:gd name="T7" fmla="*/ 23 h 54"/>
                    <a:gd name="T8" fmla="*/ 23 w 54"/>
                    <a:gd name="T9" fmla="*/ 0 h 54"/>
                    <a:gd name="T10" fmla="*/ 16 w 54"/>
                    <a:gd name="T11" fmla="*/ 12 h 54"/>
                    <a:gd name="T12" fmla="*/ 7 w 54"/>
                    <a:gd name="T13" fmla="*/ 28 h 54"/>
                    <a:gd name="T14" fmla="*/ 0 w 54"/>
                    <a:gd name="T15" fmla="*/ 40 h 54"/>
                    <a:gd name="T16" fmla="*/ 35 w 54"/>
                    <a:gd name="T17" fmla="*/ 54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4" h="54">
                      <a:moveTo>
                        <a:pt x="35" y="54"/>
                      </a:moveTo>
                      <a:lnTo>
                        <a:pt x="40" y="47"/>
                      </a:lnTo>
                      <a:lnTo>
                        <a:pt x="49" y="31"/>
                      </a:lnTo>
                      <a:lnTo>
                        <a:pt x="54" y="23"/>
                      </a:lnTo>
                      <a:lnTo>
                        <a:pt x="23" y="0"/>
                      </a:lnTo>
                      <a:lnTo>
                        <a:pt x="16" y="12"/>
                      </a:lnTo>
                      <a:lnTo>
                        <a:pt x="7" y="28"/>
                      </a:lnTo>
                      <a:lnTo>
                        <a:pt x="0" y="40"/>
                      </a:lnTo>
                      <a:lnTo>
                        <a:pt x="35" y="5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Freeform 314">
                  <a:extLst>
                    <a:ext uri="{FF2B5EF4-FFF2-40B4-BE49-F238E27FC236}">
                      <a16:creationId xmlns:a16="http://schemas.microsoft.com/office/drawing/2014/main" id="{3F58C34F-4C4D-4DA4-AF6E-EB53E04C9E1E}"/>
                    </a:ext>
                  </a:extLst>
                </p:cNvPr>
                <p:cNvSpPr/>
                <p:nvPr/>
              </p:nvSpPr>
              <p:spPr bwMode="auto">
                <a:xfrm>
                  <a:off x="4781757" y="3729809"/>
                  <a:ext cx="24439" cy="28716"/>
                </a:xfrm>
                <a:custGeom>
                  <a:avLst/>
                  <a:gdLst>
                    <a:gd name="T0" fmla="*/ 40 w 40"/>
                    <a:gd name="T1" fmla="*/ 43 h 47"/>
                    <a:gd name="T2" fmla="*/ 40 w 40"/>
                    <a:gd name="T3" fmla="*/ 33 h 47"/>
                    <a:gd name="T4" fmla="*/ 40 w 40"/>
                    <a:gd name="T5" fmla="*/ 14 h 47"/>
                    <a:gd name="T6" fmla="*/ 40 w 40"/>
                    <a:gd name="T7" fmla="*/ 5 h 47"/>
                    <a:gd name="T8" fmla="*/ 0 w 40"/>
                    <a:gd name="T9" fmla="*/ 0 h 47"/>
                    <a:gd name="T10" fmla="*/ 0 w 40"/>
                    <a:gd name="T11" fmla="*/ 14 h 47"/>
                    <a:gd name="T12" fmla="*/ 0 w 40"/>
                    <a:gd name="T13" fmla="*/ 33 h 47"/>
                    <a:gd name="T14" fmla="*/ 0 w 40"/>
                    <a:gd name="T15" fmla="*/ 47 h 47"/>
                    <a:gd name="T16" fmla="*/ 40 w 40"/>
                    <a:gd name="T17" fmla="*/ 43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" h="47">
                      <a:moveTo>
                        <a:pt x="40" y="43"/>
                      </a:moveTo>
                      <a:lnTo>
                        <a:pt x="40" y="33"/>
                      </a:lnTo>
                      <a:lnTo>
                        <a:pt x="40" y="14"/>
                      </a:lnTo>
                      <a:lnTo>
                        <a:pt x="40" y="5"/>
                      </a:lnTo>
                      <a:lnTo>
                        <a:pt x="0" y="0"/>
                      </a:lnTo>
                      <a:lnTo>
                        <a:pt x="0" y="14"/>
                      </a:lnTo>
                      <a:lnTo>
                        <a:pt x="0" y="33"/>
                      </a:lnTo>
                      <a:lnTo>
                        <a:pt x="0" y="47"/>
                      </a:lnTo>
                      <a:lnTo>
                        <a:pt x="40" y="43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Freeform 315">
                  <a:extLst>
                    <a:ext uri="{FF2B5EF4-FFF2-40B4-BE49-F238E27FC236}">
                      <a16:creationId xmlns:a16="http://schemas.microsoft.com/office/drawing/2014/main" id="{9935E5B4-EAF4-4431-ADF3-6D602DDCFD64}"/>
                    </a:ext>
                  </a:extLst>
                </p:cNvPr>
                <p:cNvSpPr/>
                <p:nvPr/>
              </p:nvSpPr>
              <p:spPr bwMode="auto">
                <a:xfrm>
                  <a:off x="4767093" y="3689484"/>
                  <a:ext cx="33604" cy="32993"/>
                </a:xfrm>
                <a:custGeom>
                  <a:avLst/>
                  <a:gdLst>
                    <a:gd name="T0" fmla="*/ 55 w 55"/>
                    <a:gd name="T1" fmla="*/ 31 h 54"/>
                    <a:gd name="T2" fmla="*/ 52 w 55"/>
                    <a:gd name="T3" fmla="*/ 24 h 54"/>
                    <a:gd name="T4" fmla="*/ 40 w 55"/>
                    <a:gd name="T5" fmla="*/ 7 h 54"/>
                    <a:gd name="T6" fmla="*/ 38 w 55"/>
                    <a:gd name="T7" fmla="*/ 0 h 54"/>
                    <a:gd name="T8" fmla="*/ 0 w 55"/>
                    <a:gd name="T9" fmla="*/ 14 h 54"/>
                    <a:gd name="T10" fmla="*/ 7 w 55"/>
                    <a:gd name="T11" fmla="*/ 26 h 54"/>
                    <a:gd name="T12" fmla="*/ 17 w 55"/>
                    <a:gd name="T13" fmla="*/ 42 h 54"/>
                    <a:gd name="T14" fmla="*/ 24 w 55"/>
                    <a:gd name="T15" fmla="*/ 54 h 54"/>
                    <a:gd name="T16" fmla="*/ 55 w 55"/>
                    <a:gd name="T17" fmla="*/ 31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5" h="54">
                      <a:moveTo>
                        <a:pt x="55" y="31"/>
                      </a:moveTo>
                      <a:lnTo>
                        <a:pt x="52" y="24"/>
                      </a:lnTo>
                      <a:lnTo>
                        <a:pt x="40" y="7"/>
                      </a:lnTo>
                      <a:lnTo>
                        <a:pt x="38" y="0"/>
                      </a:lnTo>
                      <a:lnTo>
                        <a:pt x="0" y="14"/>
                      </a:lnTo>
                      <a:lnTo>
                        <a:pt x="7" y="26"/>
                      </a:lnTo>
                      <a:lnTo>
                        <a:pt x="17" y="42"/>
                      </a:lnTo>
                      <a:lnTo>
                        <a:pt x="24" y="54"/>
                      </a:lnTo>
                      <a:lnTo>
                        <a:pt x="55" y="3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Freeform 316">
                  <a:extLst>
                    <a:ext uri="{FF2B5EF4-FFF2-40B4-BE49-F238E27FC236}">
                      <a16:creationId xmlns:a16="http://schemas.microsoft.com/office/drawing/2014/main" id="{90796D91-46D2-4B30-97BD-92CF01FB5EBA}"/>
                    </a:ext>
                  </a:extLst>
                </p:cNvPr>
                <p:cNvSpPr/>
                <p:nvPr/>
              </p:nvSpPr>
              <p:spPr bwMode="auto">
                <a:xfrm>
                  <a:off x="4738378" y="3658935"/>
                  <a:ext cx="34826" cy="33604"/>
                </a:xfrm>
                <a:custGeom>
                  <a:avLst/>
                  <a:gdLst>
                    <a:gd name="T0" fmla="*/ 57 w 57"/>
                    <a:gd name="T1" fmla="*/ 17 h 55"/>
                    <a:gd name="T2" fmla="*/ 50 w 57"/>
                    <a:gd name="T3" fmla="*/ 14 h 55"/>
                    <a:gd name="T4" fmla="*/ 33 w 57"/>
                    <a:gd name="T5" fmla="*/ 3 h 55"/>
                    <a:gd name="T6" fmla="*/ 26 w 57"/>
                    <a:gd name="T7" fmla="*/ 0 h 55"/>
                    <a:gd name="T8" fmla="*/ 0 w 57"/>
                    <a:gd name="T9" fmla="*/ 31 h 55"/>
                    <a:gd name="T10" fmla="*/ 14 w 57"/>
                    <a:gd name="T11" fmla="*/ 38 h 55"/>
                    <a:gd name="T12" fmla="*/ 31 w 57"/>
                    <a:gd name="T13" fmla="*/ 48 h 55"/>
                    <a:gd name="T14" fmla="*/ 43 w 57"/>
                    <a:gd name="T15" fmla="*/ 55 h 55"/>
                    <a:gd name="T16" fmla="*/ 57 w 57"/>
                    <a:gd name="T17" fmla="*/ 17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7" h="55">
                      <a:moveTo>
                        <a:pt x="57" y="17"/>
                      </a:moveTo>
                      <a:lnTo>
                        <a:pt x="50" y="14"/>
                      </a:lnTo>
                      <a:lnTo>
                        <a:pt x="33" y="3"/>
                      </a:lnTo>
                      <a:lnTo>
                        <a:pt x="26" y="0"/>
                      </a:lnTo>
                      <a:lnTo>
                        <a:pt x="0" y="31"/>
                      </a:lnTo>
                      <a:lnTo>
                        <a:pt x="14" y="38"/>
                      </a:lnTo>
                      <a:lnTo>
                        <a:pt x="31" y="48"/>
                      </a:lnTo>
                      <a:lnTo>
                        <a:pt x="43" y="55"/>
                      </a:lnTo>
                      <a:lnTo>
                        <a:pt x="57" y="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49" name="Freeform 317">
                  <a:extLst>
                    <a:ext uri="{FF2B5EF4-FFF2-40B4-BE49-F238E27FC236}">
                      <a16:creationId xmlns:a16="http://schemas.microsoft.com/office/drawing/2014/main" id="{5AA7C629-3A7C-4B11-9775-28A803FC22E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641843" y="3665045"/>
                  <a:ext cx="148468" cy="150301"/>
                </a:xfrm>
                <a:custGeom>
                  <a:avLst/>
                  <a:gdLst>
                    <a:gd name="T0" fmla="*/ 51 w 103"/>
                    <a:gd name="T1" fmla="*/ 104 h 104"/>
                    <a:gd name="T2" fmla="*/ 0 w 103"/>
                    <a:gd name="T3" fmla="*/ 52 h 104"/>
                    <a:gd name="T4" fmla="*/ 51 w 103"/>
                    <a:gd name="T5" fmla="*/ 0 h 104"/>
                    <a:gd name="T6" fmla="*/ 103 w 103"/>
                    <a:gd name="T7" fmla="*/ 52 h 104"/>
                    <a:gd name="T8" fmla="*/ 51 w 103"/>
                    <a:gd name="T9" fmla="*/ 104 h 104"/>
                    <a:gd name="T10" fmla="*/ 51 w 103"/>
                    <a:gd name="T11" fmla="*/ 16 h 104"/>
                    <a:gd name="T12" fmla="*/ 15 w 103"/>
                    <a:gd name="T13" fmla="*/ 52 h 104"/>
                    <a:gd name="T14" fmla="*/ 51 w 103"/>
                    <a:gd name="T15" fmla="*/ 89 h 104"/>
                    <a:gd name="T16" fmla="*/ 87 w 103"/>
                    <a:gd name="T17" fmla="*/ 52 h 104"/>
                    <a:gd name="T18" fmla="*/ 51 w 103"/>
                    <a:gd name="T19" fmla="*/ 16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3" h="104">
                      <a:moveTo>
                        <a:pt x="51" y="104"/>
                      </a:moveTo>
                      <a:cubicBezTo>
                        <a:pt x="23" y="104"/>
                        <a:pt x="0" y="81"/>
                        <a:pt x="0" y="52"/>
                      </a:cubicBezTo>
                      <a:cubicBezTo>
                        <a:pt x="0" y="24"/>
                        <a:pt x="23" y="0"/>
                        <a:pt x="51" y="0"/>
                      </a:cubicBezTo>
                      <a:cubicBezTo>
                        <a:pt x="80" y="0"/>
                        <a:pt x="103" y="24"/>
                        <a:pt x="103" y="52"/>
                      </a:cubicBezTo>
                      <a:cubicBezTo>
                        <a:pt x="103" y="81"/>
                        <a:pt x="80" y="104"/>
                        <a:pt x="51" y="104"/>
                      </a:cubicBezTo>
                      <a:close/>
                      <a:moveTo>
                        <a:pt x="51" y="16"/>
                      </a:moveTo>
                      <a:cubicBezTo>
                        <a:pt x="31" y="16"/>
                        <a:pt x="15" y="32"/>
                        <a:pt x="15" y="52"/>
                      </a:cubicBezTo>
                      <a:cubicBezTo>
                        <a:pt x="15" y="73"/>
                        <a:pt x="31" y="89"/>
                        <a:pt x="51" y="89"/>
                      </a:cubicBezTo>
                      <a:cubicBezTo>
                        <a:pt x="71" y="89"/>
                        <a:pt x="87" y="73"/>
                        <a:pt x="87" y="52"/>
                      </a:cubicBezTo>
                      <a:cubicBezTo>
                        <a:pt x="87" y="32"/>
                        <a:pt x="71" y="16"/>
                        <a:pt x="51" y="1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50" name="Oval 318">
                  <a:extLst>
                    <a:ext uri="{FF2B5EF4-FFF2-40B4-BE49-F238E27FC236}">
                      <a16:creationId xmlns:a16="http://schemas.microsoft.com/office/drawing/2014/main" id="{ABE9AA01-62FC-4B4A-92B3-9241C70C0D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3389" y="3708425"/>
                  <a:ext cx="63542" cy="6354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15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</p:grpSp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4E6810E9-7187-4DB7-8578-901DD0B95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5171" y="2439741"/>
              <a:ext cx="2569144" cy="2806028"/>
            </a:xfrm>
            <a:prstGeom prst="rect">
              <a:avLst/>
            </a:prstGeom>
          </p:spPr>
        </p:pic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FF797A06-36B4-4A8B-8F0E-82CA55959C85}"/>
              </a:ext>
            </a:extLst>
          </p:cNvPr>
          <p:cNvSpPr txBox="1"/>
          <p:nvPr/>
        </p:nvSpPr>
        <p:spPr>
          <a:xfrm>
            <a:off x="5293902" y="1590559"/>
            <a:ext cx="5903489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rgbClr val="3B5AA7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用户模块</a:t>
            </a:r>
            <a:endParaRPr lang="en-US" altLang="zh-CN" sz="2000" kern="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89BA983A-ADB3-4245-8708-C12D81C322F9}"/>
              </a:ext>
            </a:extLst>
          </p:cNvPr>
          <p:cNvSpPr txBox="1"/>
          <p:nvPr/>
        </p:nvSpPr>
        <p:spPr>
          <a:xfrm>
            <a:off x="5293902" y="3050391"/>
            <a:ext cx="5903489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rgbClr val="40ABFA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交易模块</a:t>
            </a:r>
            <a:endParaRPr lang="zh-CN" altLang="en-US" sz="1600" kern="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137D09F7-5C13-4495-9161-3F63CEE767D6}"/>
              </a:ext>
            </a:extLst>
          </p:cNvPr>
          <p:cNvSpPr txBox="1"/>
          <p:nvPr/>
        </p:nvSpPr>
        <p:spPr>
          <a:xfrm>
            <a:off x="5293902" y="4510223"/>
            <a:ext cx="5903489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rgbClr val="3B5AA7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000" kern="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管理模块</a:t>
            </a:r>
            <a:endParaRPr lang="zh-CN" altLang="en-US" sz="1600" kern="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8DEC97D8-D177-4D38-9475-BACD0CDD2552}"/>
              </a:ext>
            </a:extLst>
          </p:cNvPr>
          <p:cNvGrpSpPr/>
          <p:nvPr/>
        </p:nvGrpSpPr>
        <p:grpSpPr>
          <a:xfrm>
            <a:off x="7447547" y="216333"/>
            <a:ext cx="4166937" cy="529389"/>
            <a:chOff x="2021305" y="1980965"/>
            <a:chExt cx="3529263" cy="529389"/>
          </a:xfrm>
        </p:grpSpPr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4234EE2F-5115-49D4-957D-8E124453DA8C}"/>
                </a:ext>
              </a:extLst>
            </p:cNvPr>
            <p:cNvSpPr txBox="1"/>
            <p:nvPr/>
          </p:nvSpPr>
          <p:spPr>
            <a:xfrm>
              <a:off x="2239879" y="2107159"/>
              <a:ext cx="219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基于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二手书交易平台 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|</a:t>
              </a:r>
              <a:endParaRPr lang="zh-CN" altLang="en-US" sz="1200" dirty="0">
                <a:solidFill>
                  <a:srgbClr val="40ABFA"/>
                </a:solidFill>
                <a:cs typeface="+mn-ea"/>
                <a:sym typeface="+mn-lt"/>
              </a:endParaRPr>
            </a:p>
          </p:txBody>
        </p: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212324B4-69CD-496F-8E72-C4A6385E1C2E}"/>
                </a:ext>
              </a:extLst>
            </p:cNvPr>
            <p:cNvSpPr/>
            <p:nvPr/>
          </p:nvSpPr>
          <p:spPr>
            <a:xfrm>
              <a:off x="2021305" y="1980965"/>
              <a:ext cx="3529263" cy="52938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74" name="图形 73">
              <a:extLst>
                <a:ext uri="{FF2B5EF4-FFF2-40B4-BE49-F238E27FC236}">
                  <a16:creationId xmlns:a16="http://schemas.microsoft.com/office/drawing/2014/main" id="{2065DAD5-E496-4400-BA8E-6DFD481DA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02870" y="2040119"/>
              <a:ext cx="411080" cy="4110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0636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2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/>
      <p:bldP spid="7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C7DE375-CF15-4CFC-8610-28B834AD8EBA}"/>
              </a:ext>
            </a:extLst>
          </p:cNvPr>
          <p:cNvGrpSpPr/>
          <p:nvPr/>
        </p:nvGrpSpPr>
        <p:grpSpPr>
          <a:xfrm>
            <a:off x="-423990" y="217893"/>
            <a:ext cx="2647177" cy="732549"/>
            <a:chOff x="-423990" y="217893"/>
            <a:chExt cx="2647177" cy="73254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EC48D24-8D4A-4837-9382-CA2E337D0D3B}"/>
                </a:ext>
              </a:extLst>
            </p:cNvPr>
            <p:cNvSpPr/>
            <p:nvPr/>
          </p:nvSpPr>
          <p:spPr>
            <a:xfrm rot="2700000" flipH="1">
              <a:off x="-290379" y="217893"/>
              <a:ext cx="721788" cy="721788"/>
            </a:xfrm>
            <a:prstGeom prst="roundRect">
              <a:avLst/>
            </a:prstGeom>
            <a:solidFill>
              <a:srgbClr val="40AB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24D9AF7-7B1D-4967-8F86-63746E969DF7}"/>
                </a:ext>
              </a:extLst>
            </p:cNvPr>
            <p:cNvSpPr/>
            <p:nvPr/>
          </p:nvSpPr>
          <p:spPr>
            <a:xfrm rot="2700000" flipH="1">
              <a:off x="-423990" y="228654"/>
              <a:ext cx="721788" cy="721788"/>
            </a:xfrm>
            <a:prstGeom prst="roundRect">
              <a:avLst/>
            </a:prstGeom>
            <a:solidFill>
              <a:srgbClr val="3B5AA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67EB210-6E19-4CEF-8985-B82A0242AEAB}"/>
                </a:ext>
              </a:extLst>
            </p:cNvPr>
            <p:cNvSpPr/>
            <p:nvPr/>
          </p:nvSpPr>
          <p:spPr>
            <a:xfrm>
              <a:off x="602230" y="297160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用户模块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425011F-A9AC-4C8D-8554-65EEE3F9446E}"/>
              </a:ext>
            </a:extLst>
          </p:cNvPr>
          <p:cNvGrpSpPr/>
          <p:nvPr/>
        </p:nvGrpSpPr>
        <p:grpSpPr>
          <a:xfrm>
            <a:off x="449180" y="6176210"/>
            <a:ext cx="577516" cy="336883"/>
            <a:chOff x="11101138" y="224590"/>
            <a:chExt cx="577516" cy="336883"/>
          </a:xfrm>
          <a:gradFill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60C6C39-2B97-4171-B0F9-45331BC528A8}"/>
                </a:ext>
              </a:extLst>
            </p:cNvPr>
            <p:cNvGrpSpPr/>
            <p:nvPr/>
          </p:nvGrpSpPr>
          <p:grpSpPr>
            <a:xfrm>
              <a:off x="11101138" y="224590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5E6D6B24-E9F5-479C-B1EB-85456FD58EE7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3275FFF6-D926-46BF-8C69-06F51377D488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12C8BB4C-9AA6-4F28-9433-4C62356453EE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4441D18E-84D5-4F4D-8FD9-AA4CC5EFFDB2}"/>
                </a:ext>
              </a:extLst>
            </p:cNvPr>
            <p:cNvGrpSpPr/>
            <p:nvPr/>
          </p:nvGrpSpPr>
          <p:grpSpPr>
            <a:xfrm>
              <a:off x="11101138" y="433137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B851A233-1E00-40C3-B84C-72E23EC47841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C762B730-2A84-4A63-9224-31ABAD688DC0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A2A52A30-4419-4D4B-A737-4BECCDC186D8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6D811AB9-DB77-4D64-B707-FD5A6DED2777}"/>
              </a:ext>
            </a:extLst>
          </p:cNvPr>
          <p:cNvSpPr/>
          <p:nvPr/>
        </p:nvSpPr>
        <p:spPr>
          <a:xfrm flipV="1">
            <a:off x="10379242" y="4620506"/>
            <a:ext cx="1812757" cy="2237490"/>
          </a:xfrm>
          <a:custGeom>
            <a:avLst/>
            <a:gdLst>
              <a:gd name="connsiteX0" fmla="*/ 1267209 w 1267209"/>
              <a:gd name="connsiteY0" fmla="*/ 0 h 1620256"/>
              <a:gd name="connsiteX1" fmla="*/ 1267209 w 1267209"/>
              <a:gd name="connsiteY1" fmla="*/ 1620256 h 1620256"/>
              <a:gd name="connsiteX2" fmla="*/ 1244797 w 1267209"/>
              <a:gd name="connsiteY2" fmla="*/ 1613203 h 1620256"/>
              <a:gd name="connsiteX3" fmla="*/ 974486 w 1267209"/>
              <a:gd name="connsiteY3" fmla="*/ 1462269 h 1620256"/>
              <a:gd name="connsiteX4" fmla="*/ 799015 w 1267209"/>
              <a:gd name="connsiteY4" fmla="*/ 631459 h 1620256"/>
              <a:gd name="connsiteX5" fmla="*/ 51638 w 1267209"/>
              <a:gd name="connsiteY5" fmla="*/ 261537 h 1620256"/>
              <a:gd name="connsiteX6" fmla="*/ 0 w 1267209"/>
              <a:gd name="connsiteY6" fmla="*/ 71513 h 1620256"/>
              <a:gd name="connsiteX7" fmla="*/ 4845 w 1267209"/>
              <a:gd name="connsiteY7" fmla="*/ 0 h 162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7209" h="1620256">
                <a:moveTo>
                  <a:pt x="1267209" y="0"/>
                </a:moveTo>
                <a:lnTo>
                  <a:pt x="1267209" y="1620256"/>
                </a:lnTo>
                <a:lnTo>
                  <a:pt x="1244797" y="1613203"/>
                </a:lnTo>
                <a:cubicBezTo>
                  <a:pt x="1132041" y="1573564"/>
                  <a:pt x="1032319" y="1524229"/>
                  <a:pt x="974486" y="1462269"/>
                </a:cubicBezTo>
                <a:cubicBezTo>
                  <a:pt x="799015" y="1274276"/>
                  <a:pt x="952822" y="831581"/>
                  <a:pt x="799015" y="631459"/>
                </a:cubicBezTo>
                <a:cubicBezTo>
                  <a:pt x="645206" y="431338"/>
                  <a:pt x="163203" y="427295"/>
                  <a:pt x="51638" y="261537"/>
                </a:cubicBezTo>
                <a:cubicBezTo>
                  <a:pt x="16774" y="209737"/>
                  <a:pt x="1479" y="143034"/>
                  <a:pt x="0" y="71513"/>
                </a:cubicBezTo>
                <a:lnTo>
                  <a:pt x="4845" y="0"/>
                </a:lnTo>
                <a:close/>
              </a:path>
            </a:pathLst>
          </a:custGeom>
          <a:gradFill flip="none" rotWithShape="1"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27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E8A166F-05CD-4E68-B7F8-E4A4A5DC0D3E}"/>
              </a:ext>
            </a:extLst>
          </p:cNvPr>
          <p:cNvGrpSpPr/>
          <p:nvPr/>
        </p:nvGrpSpPr>
        <p:grpSpPr>
          <a:xfrm>
            <a:off x="7119414" y="1801696"/>
            <a:ext cx="2439558" cy="2040388"/>
            <a:chOff x="7963631" y="1665338"/>
            <a:chExt cx="2995871" cy="2505675"/>
          </a:xfrm>
        </p:grpSpPr>
        <p:sp>
          <p:nvSpPr>
            <p:cNvPr id="24" name="Freeform: Shape 8">
              <a:extLst>
                <a:ext uri="{FF2B5EF4-FFF2-40B4-BE49-F238E27FC236}">
                  <a16:creationId xmlns:a16="http://schemas.microsoft.com/office/drawing/2014/main" id="{5E099F65-478E-42EE-B811-BEC2B97650D0}"/>
                </a:ext>
              </a:extLst>
            </p:cNvPr>
            <p:cNvSpPr/>
            <p:nvPr/>
          </p:nvSpPr>
          <p:spPr>
            <a:xfrm>
              <a:off x="7963631" y="1665338"/>
              <a:ext cx="2995871" cy="2505675"/>
            </a:xfrm>
            <a:custGeom>
              <a:avLst/>
              <a:gdLst>
                <a:gd name="connsiteX0" fmla="*/ 1284217 w 3119048"/>
                <a:gd name="connsiteY0" fmla="*/ 0 h 2608697"/>
                <a:gd name="connsiteX1" fmla="*/ 1521416 w 3119048"/>
                <a:gd name="connsiteY1" fmla="*/ 98251 h 2608697"/>
                <a:gd name="connsiteX2" fmla="*/ 2510446 w 3119048"/>
                <a:gd name="connsiteY2" fmla="*/ 1087282 h 2608697"/>
                <a:gd name="connsiteX3" fmla="*/ 2548903 w 3119048"/>
                <a:gd name="connsiteY3" fmla="*/ 1134361 h 2608697"/>
                <a:gd name="connsiteX4" fmla="*/ 2749478 w 3119048"/>
                <a:gd name="connsiteY4" fmla="*/ 1134361 h 2608697"/>
                <a:gd name="connsiteX5" fmla="*/ 2749478 w 3119048"/>
                <a:gd name="connsiteY5" fmla="*/ 949576 h 2608697"/>
                <a:gd name="connsiteX6" fmla="*/ 3119048 w 3119048"/>
                <a:gd name="connsiteY6" fmla="*/ 1319147 h 2608697"/>
                <a:gd name="connsiteX7" fmla="*/ 2749478 w 3119048"/>
                <a:gd name="connsiteY7" fmla="*/ 1688717 h 2608697"/>
                <a:gd name="connsiteX8" fmla="*/ 2749478 w 3119048"/>
                <a:gd name="connsiteY8" fmla="*/ 1503932 h 2608697"/>
                <a:gd name="connsiteX9" fmla="*/ 2556128 w 3119048"/>
                <a:gd name="connsiteY9" fmla="*/ 1503932 h 2608697"/>
                <a:gd name="connsiteX10" fmla="*/ 2553431 w 3119048"/>
                <a:gd name="connsiteY10" fmla="*/ 1509057 h 2608697"/>
                <a:gd name="connsiteX11" fmla="*/ 2510446 w 3119048"/>
                <a:gd name="connsiteY11" fmla="*/ 1561680 h 2608697"/>
                <a:gd name="connsiteX12" fmla="*/ 1561679 w 3119048"/>
                <a:gd name="connsiteY12" fmla="*/ 2510447 h 2608697"/>
                <a:gd name="connsiteX13" fmla="*/ 1087281 w 3119048"/>
                <a:gd name="connsiteY13" fmla="*/ 2510447 h 2608697"/>
                <a:gd name="connsiteX14" fmla="*/ 98251 w 3119048"/>
                <a:gd name="connsiteY14" fmla="*/ 1521416 h 2608697"/>
                <a:gd name="connsiteX15" fmla="*/ 98251 w 3119048"/>
                <a:gd name="connsiteY15" fmla="*/ 1047018 h 2608697"/>
                <a:gd name="connsiteX16" fmla="*/ 1047018 w 3119048"/>
                <a:gd name="connsiteY16" fmla="*/ 98251 h 2608697"/>
                <a:gd name="connsiteX17" fmla="*/ 1284217 w 3119048"/>
                <a:gd name="connsiteY17" fmla="*/ 0 h 2608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19048" h="2608697">
                  <a:moveTo>
                    <a:pt x="1284217" y="0"/>
                  </a:moveTo>
                  <a:cubicBezTo>
                    <a:pt x="1370066" y="0"/>
                    <a:pt x="1455915" y="32751"/>
                    <a:pt x="1521416" y="98251"/>
                  </a:cubicBezTo>
                  <a:lnTo>
                    <a:pt x="2510446" y="1087282"/>
                  </a:lnTo>
                  <a:lnTo>
                    <a:pt x="2548903" y="1134361"/>
                  </a:lnTo>
                  <a:lnTo>
                    <a:pt x="2749478" y="1134361"/>
                  </a:lnTo>
                  <a:lnTo>
                    <a:pt x="2749478" y="949576"/>
                  </a:lnTo>
                  <a:lnTo>
                    <a:pt x="3119048" y="1319147"/>
                  </a:lnTo>
                  <a:lnTo>
                    <a:pt x="2749478" y="1688717"/>
                  </a:lnTo>
                  <a:lnTo>
                    <a:pt x="2749478" y="1503932"/>
                  </a:lnTo>
                  <a:lnTo>
                    <a:pt x="2556128" y="1503932"/>
                  </a:lnTo>
                  <a:lnTo>
                    <a:pt x="2553431" y="1509057"/>
                  </a:lnTo>
                  <a:cubicBezTo>
                    <a:pt x="2541150" y="1527658"/>
                    <a:pt x="2526821" y="1545305"/>
                    <a:pt x="2510446" y="1561680"/>
                  </a:cubicBezTo>
                  <a:lnTo>
                    <a:pt x="1561679" y="2510447"/>
                  </a:lnTo>
                  <a:cubicBezTo>
                    <a:pt x="1430678" y="2641448"/>
                    <a:pt x="1218283" y="2641448"/>
                    <a:pt x="1087281" y="2510447"/>
                  </a:cubicBezTo>
                  <a:lnTo>
                    <a:pt x="98251" y="1521416"/>
                  </a:lnTo>
                  <a:cubicBezTo>
                    <a:pt x="-32751" y="1390415"/>
                    <a:pt x="-32751" y="1178020"/>
                    <a:pt x="98251" y="1047018"/>
                  </a:cubicBezTo>
                  <a:lnTo>
                    <a:pt x="1047018" y="98251"/>
                  </a:lnTo>
                  <a:cubicBezTo>
                    <a:pt x="1112518" y="32751"/>
                    <a:pt x="1198368" y="0"/>
                    <a:pt x="1284217" y="0"/>
                  </a:cubicBezTo>
                  <a:close/>
                </a:path>
              </a:pathLst>
            </a:custGeom>
            <a:solidFill>
              <a:srgbClr val="3B5AA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Graphic 725" descr="Unlock">
              <a:extLst>
                <a:ext uri="{FF2B5EF4-FFF2-40B4-BE49-F238E27FC236}">
                  <a16:creationId xmlns:a16="http://schemas.microsoft.com/office/drawing/2014/main" id="{DE1362C2-CC7B-46B3-909A-F57A41AD4648}"/>
                </a:ext>
              </a:extLst>
            </p:cNvPr>
            <p:cNvSpPr/>
            <p:nvPr/>
          </p:nvSpPr>
          <p:spPr>
            <a:xfrm>
              <a:off x="9091853" y="2729703"/>
              <a:ext cx="347540" cy="496488"/>
            </a:xfrm>
            <a:custGeom>
              <a:avLst/>
              <a:gdLst>
                <a:gd name="connsiteX0" fmla="*/ 88609 w 177217"/>
                <a:gd name="connsiteY0" fmla="*/ 120255 h 253167"/>
                <a:gd name="connsiteX1" fmla="*/ 41140 w 177217"/>
                <a:gd name="connsiteY1" fmla="*/ 123736 h 253167"/>
                <a:gd name="connsiteX2" fmla="*/ 41140 w 177217"/>
                <a:gd name="connsiteY2" fmla="*/ 66456 h 253167"/>
                <a:gd name="connsiteX3" fmla="*/ 88609 w 177217"/>
                <a:gd name="connsiteY3" fmla="*/ 18988 h 253167"/>
                <a:gd name="connsiteX4" fmla="*/ 136078 w 177217"/>
                <a:gd name="connsiteY4" fmla="*/ 66456 h 253167"/>
                <a:gd name="connsiteX5" fmla="*/ 136078 w 177217"/>
                <a:gd name="connsiteY5" fmla="*/ 85444 h 253167"/>
                <a:gd name="connsiteX6" fmla="*/ 155065 w 177217"/>
                <a:gd name="connsiteY6" fmla="*/ 85444 h 253167"/>
                <a:gd name="connsiteX7" fmla="*/ 155065 w 177217"/>
                <a:gd name="connsiteY7" fmla="*/ 66456 h 253167"/>
                <a:gd name="connsiteX8" fmla="*/ 88609 w 177217"/>
                <a:gd name="connsiteY8" fmla="*/ 0 h 253167"/>
                <a:gd name="connsiteX9" fmla="*/ 22152 w 177217"/>
                <a:gd name="connsiteY9" fmla="*/ 66456 h 253167"/>
                <a:gd name="connsiteX10" fmla="*/ 22152 w 177217"/>
                <a:gd name="connsiteY10" fmla="*/ 125001 h 253167"/>
                <a:gd name="connsiteX11" fmla="*/ 0 w 177217"/>
                <a:gd name="connsiteY11" fmla="*/ 126584 h 253167"/>
                <a:gd name="connsiteX12" fmla="*/ 0 w 177217"/>
                <a:gd name="connsiteY12" fmla="*/ 246838 h 253167"/>
                <a:gd name="connsiteX13" fmla="*/ 88609 w 177217"/>
                <a:gd name="connsiteY13" fmla="*/ 253168 h 253167"/>
                <a:gd name="connsiteX14" fmla="*/ 177217 w 177217"/>
                <a:gd name="connsiteY14" fmla="*/ 246838 h 253167"/>
                <a:gd name="connsiteX15" fmla="*/ 177217 w 177217"/>
                <a:gd name="connsiteY15" fmla="*/ 126584 h 253167"/>
                <a:gd name="connsiteX16" fmla="*/ 88609 w 177217"/>
                <a:gd name="connsiteY16" fmla="*/ 120255 h 253167"/>
                <a:gd name="connsiteX17" fmla="*/ 94938 w 177217"/>
                <a:gd name="connsiteY17" fmla="*/ 204749 h 253167"/>
                <a:gd name="connsiteX18" fmla="*/ 94938 w 177217"/>
                <a:gd name="connsiteY18" fmla="*/ 221522 h 253167"/>
                <a:gd name="connsiteX19" fmla="*/ 82279 w 177217"/>
                <a:gd name="connsiteY19" fmla="*/ 221522 h 253167"/>
                <a:gd name="connsiteX20" fmla="*/ 82279 w 177217"/>
                <a:gd name="connsiteY20" fmla="*/ 204749 h 253167"/>
                <a:gd name="connsiteX21" fmla="*/ 69621 w 177217"/>
                <a:gd name="connsiteY21" fmla="*/ 186711 h 253167"/>
                <a:gd name="connsiteX22" fmla="*/ 88609 w 177217"/>
                <a:gd name="connsiteY22" fmla="*/ 167723 h 253167"/>
                <a:gd name="connsiteX23" fmla="*/ 107596 w 177217"/>
                <a:gd name="connsiteY23" fmla="*/ 186711 h 253167"/>
                <a:gd name="connsiteX24" fmla="*/ 94938 w 177217"/>
                <a:gd name="connsiteY24" fmla="*/ 204749 h 253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7217" h="253167">
                  <a:moveTo>
                    <a:pt x="88609" y="120255"/>
                  </a:moveTo>
                  <a:lnTo>
                    <a:pt x="41140" y="123736"/>
                  </a:lnTo>
                  <a:lnTo>
                    <a:pt x="41140" y="66456"/>
                  </a:lnTo>
                  <a:cubicBezTo>
                    <a:pt x="41140" y="40190"/>
                    <a:pt x="62343" y="18988"/>
                    <a:pt x="88609" y="18988"/>
                  </a:cubicBezTo>
                  <a:cubicBezTo>
                    <a:pt x="114875" y="18988"/>
                    <a:pt x="136078" y="40190"/>
                    <a:pt x="136078" y="66456"/>
                  </a:cubicBezTo>
                  <a:lnTo>
                    <a:pt x="136078" y="85444"/>
                  </a:lnTo>
                  <a:lnTo>
                    <a:pt x="155065" y="85444"/>
                  </a:lnTo>
                  <a:lnTo>
                    <a:pt x="155065" y="66456"/>
                  </a:lnTo>
                  <a:cubicBezTo>
                    <a:pt x="155065" y="29747"/>
                    <a:pt x="125318" y="0"/>
                    <a:pt x="88609" y="0"/>
                  </a:cubicBezTo>
                  <a:cubicBezTo>
                    <a:pt x="51899" y="0"/>
                    <a:pt x="22152" y="29747"/>
                    <a:pt x="22152" y="66456"/>
                  </a:cubicBezTo>
                  <a:lnTo>
                    <a:pt x="22152" y="125001"/>
                  </a:lnTo>
                  <a:lnTo>
                    <a:pt x="0" y="126584"/>
                  </a:lnTo>
                  <a:lnTo>
                    <a:pt x="0" y="246838"/>
                  </a:lnTo>
                  <a:lnTo>
                    <a:pt x="88609" y="253168"/>
                  </a:lnTo>
                  <a:lnTo>
                    <a:pt x="177217" y="246838"/>
                  </a:lnTo>
                  <a:lnTo>
                    <a:pt x="177217" y="126584"/>
                  </a:lnTo>
                  <a:lnTo>
                    <a:pt x="88609" y="120255"/>
                  </a:lnTo>
                  <a:close/>
                  <a:moveTo>
                    <a:pt x="94938" y="204749"/>
                  </a:moveTo>
                  <a:lnTo>
                    <a:pt x="94938" y="221522"/>
                  </a:lnTo>
                  <a:lnTo>
                    <a:pt x="82279" y="221522"/>
                  </a:lnTo>
                  <a:lnTo>
                    <a:pt x="82279" y="204749"/>
                  </a:lnTo>
                  <a:cubicBezTo>
                    <a:pt x="75001" y="202218"/>
                    <a:pt x="69621" y="195255"/>
                    <a:pt x="69621" y="186711"/>
                  </a:cubicBezTo>
                  <a:cubicBezTo>
                    <a:pt x="69621" y="176268"/>
                    <a:pt x="78165" y="167723"/>
                    <a:pt x="88609" y="167723"/>
                  </a:cubicBezTo>
                  <a:cubicBezTo>
                    <a:pt x="99052" y="167723"/>
                    <a:pt x="107596" y="176268"/>
                    <a:pt x="107596" y="186711"/>
                  </a:cubicBezTo>
                  <a:cubicBezTo>
                    <a:pt x="107596" y="194939"/>
                    <a:pt x="102216" y="201901"/>
                    <a:pt x="94938" y="204749"/>
                  </a:cubicBezTo>
                  <a:close/>
                </a:path>
              </a:pathLst>
            </a:custGeom>
            <a:solidFill>
              <a:srgbClr val="FFFFFF"/>
            </a:solidFill>
            <a:ln w="30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A8054B6-7C3F-492E-B0DF-C35C0724CE11}"/>
              </a:ext>
            </a:extLst>
          </p:cNvPr>
          <p:cNvGrpSpPr/>
          <p:nvPr/>
        </p:nvGrpSpPr>
        <p:grpSpPr>
          <a:xfrm>
            <a:off x="4795717" y="1801696"/>
            <a:ext cx="2439558" cy="2040388"/>
            <a:chOff x="5639934" y="1665338"/>
            <a:chExt cx="2995871" cy="2505675"/>
          </a:xfrm>
        </p:grpSpPr>
        <p:sp>
          <p:nvSpPr>
            <p:cNvPr id="27" name="Freeform: Shape 7">
              <a:extLst>
                <a:ext uri="{FF2B5EF4-FFF2-40B4-BE49-F238E27FC236}">
                  <a16:creationId xmlns:a16="http://schemas.microsoft.com/office/drawing/2014/main" id="{8B386D2D-8085-4C44-A0DB-9D13321E99B0}"/>
                </a:ext>
              </a:extLst>
            </p:cNvPr>
            <p:cNvSpPr/>
            <p:nvPr/>
          </p:nvSpPr>
          <p:spPr>
            <a:xfrm>
              <a:off x="5639934" y="1665338"/>
              <a:ext cx="2995871" cy="2505675"/>
            </a:xfrm>
            <a:custGeom>
              <a:avLst/>
              <a:gdLst>
                <a:gd name="connsiteX0" fmla="*/ 1284217 w 3119048"/>
                <a:gd name="connsiteY0" fmla="*/ 0 h 2608697"/>
                <a:gd name="connsiteX1" fmla="*/ 1521416 w 3119048"/>
                <a:gd name="connsiteY1" fmla="*/ 98251 h 2608697"/>
                <a:gd name="connsiteX2" fmla="*/ 2510446 w 3119048"/>
                <a:gd name="connsiteY2" fmla="*/ 1087282 h 2608697"/>
                <a:gd name="connsiteX3" fmla="*/ 2548903 w 3119048"/>
                <a:gd name="connsiteY3" fmla="*/ 1134361 h 2608697"/>
                <a:gd name="connsiteX4" fmla="*/ 2749478 w 3119048"/>
                <a:gd name="connsiteY4" fmla="*/ 1134361 h 2608697"/>
                <a:gd name="connsiteX5" fmla="*/ 2749478 w 3119048"/>
                <a:gd name="connsiteY5" fmla="*/ 949576 h 2608697"/>
                <a:gd name="connsiteX6" fmla="*/ 3119048 w 3119048"/>
                <a:gd name="connsiteY6" fmla="*/ 1319147 h 2608697"/>
                <a:gd name="connsiteX7" fmla="*/ 2749478 w 3119048"/>
                <a:gd name="connsiteY7" fmla="*/ 1688717 h 2608697"/>
                <a:gd name="connsiteX8" fmla="*/ 2749478 w 3119048"/>
                <a:gd name="connsiteY8" fmla="*/ 1503932 h 2608697"/>
                <a:gd name="connsiteX9" fmla="*/ 2556128 w 3119048"/>
                <a:gd name="connsiteY9" fmla="*/ 1503932 h 2608697"/>
                <a:gd name="connsiteX10" fmla="*/ 2553431 w 3119048"/>
                <a:gd name="connsiteY10" fmla="*/ 1509057 h 2608697"/>
                <a:gd name="connsiteX11" fmla="*/ 2510446 w 3119048"/>
                <a:gd name="connsiteY11" fmla="*/ 1561680 h 2608697"/>
                <a:gd name="connsiteX12" fmla="*/ 1561679 w 3119048"/>
                <a:gd name="connsiteY12" fmla="*/ 2510447 h 2608697"/>
                <a:gd name="connsiteX13" fmla="*/ 1087281 w 3119048"/>
                <a:gd name="connsiteY13" fmla="*/ 2510447 h 2608697"/>
                <a:gd name="connsiteX14" fmla="*/ 98251 w 3119048"/>
                <a:gd name="connsiteY14" fmla="*/ 1521416 h 2608697"/>
                <a:gd name="connsiteX15" fmla="*/ 98251 w 3119048"/>
                <a:gd name="connsiteY15" fmla="*/ 1047018 h 2608697"/>
                <a:gd name="connsiteX16" fmla="*/ 1047018 w 3119048"/>
                <a:gd name="connsiteY16" fmla="*/ 98251 h 2608697"/>
                <a:gd name="connsiteX17" fmla="*/ 1284217 w 3119048"/>
                <a:gd name="connsiteY17" fmla="*/ 0 h 2608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19048" h="2608697">
                  <a:moveTo>
                    <a:pt x="1284217" y="0"/>
                  </a:moveTo>
                  <a:cubicBezTo>
                    <a:pt x="1370066" y="0"/>
                    <a:pt x="1455915" y="32751"/>
                    <a:pt x="1521416" y="98251"/>
                  </a:cubicBezTo>
                  <a:lnTo>
                    <a:pt x="2510446" y="1087282"/>
                  </a:lnTo>
                  <a:lnTo>
                    <a:pt x="2548903" y="1134361"/>
                  </a:lnTo>
                  <a:lnTo>
                    <a:pt x="2749478" y="1134361"/>
                  </a:lnTo>
                  <a:lnTo>
                    <a:pt x="2749478" y="949576"/>
                  </a:lnTo>
                  <a:lnTo>
                    <a:pt x="3119048" y="1319147"/>
                  </a:lnTo>
                  <a:lnTo>
                    <a:pt x="2749478" y="1688717"/>
                  </a:lnTo>
                  <a:lnTo>
                    <a:pt x="2749478" y="1503932"/>
                  </a:lnTo>
                  <a:lnTo>
                    <a:pt x="2556128" y="1503932"/>
                  </a:lnTo>
                  <a:lnTo>
                    <a:pt x="2553431" y="1509057"/>
                  </a:lnTo>
                  <a:cubicBezTo>
                    <a:pt x="2541150" y="1527658"/>
                    <a:pt x="2526821" y="1545305"/>
                    <a:pt x="2510446" y="1561680"/>
                  </a:cubicBezTo>
                  <a:lnTo>
                    <a:pt x="1561679" y="2510447"/>
                  </a:lnTo>
                  <a:cubicBezTo>
                    <a:pt x="1430678" y="2641448"/>
                    <a:pt x="1218283" y="2641448"/>
                    <a:pt x="1087281" y="2510447"/>
                  </a:cubicBezTo>
                  <a:lnTo>
                    <a:pt x="98251" y="1521416"/>
                  </a:lnTo>
                  <a:cubicBezTo>
                    <a:pt x="-32751" y="1390415"/>
                    <a:pt x="-32751" y="1178020"/>
                    <a:pt x="98251" y="1047018"/>
                  </a:cubicBezTo>
                  <a:lnTo>
                    <a:pt x="1047018" y="98251"/>
                  </a:lnTo>
                  <a:cubicBezTo>
                    <a:pt x="1112518" y="32751"/>
                    <a:pt x="1198368" y="0"/>
                    <a:pt x="1284217" y="0"/>
                  </a:cubicBezTo>
                  <a:close/>
                </a:path>
              </a:pathLst>
            </a:custGeom>
            <a:solidFill>
              <a:srgbClr val="40ABF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28" name="Graphic 414" descr="Computer">
              <a:extLst>
                <a:ext uri="{FF2B5EF4-FFF2-40B4-BE49-F238E27FC236}">
                  <a16:creationId xmlns:a16="http://schemas.microsoft.com/office/drawing/2014/main" id="{9F5D56C1-DFE9-48D7-937D-7415EC9714B3}"/>
                </a:ext>
              </a:extLst>
            </p:cNvPr>
            <p:cNvGrpSpPr/>
            <p:nvPr/>
          </p:nvGrpSpPr>
          <p:grpSpPr>
            <a:xfrm>
              <a:off x="6745123" y="2677339"/>
              <a:ext cx="601217" cy="601217"/>
              <a:chOff x="322521" y="3617648"/>
              <a:chExt cx="382277" cy="382277"/>
            </a:xfrm>
            <a:solidFill>
              <a:srgbClr val="FFFFFF"/>
            </a:solidFill>
          </p:grpSpPr>
          <p:sp>
            <p:nvSpPr>
              <p:cNvPr id="29" name="Freeform: Shape 13">
                <a:extLst>
                  <a:ext uri="{FF2B5EF4-FFF2-40B4-BE49-F238E27FC236}">
                    <a16:creationId xmlns:a16="http://schemas.microsoft.com/office/drawing/2014/main" id="{60C2F6BF-0D40-44F4-B713-E57512A08A55}"/>
                  </a:ext>
                </a:extLst>
              </p:cNvPr>
              <p:cNvSpPr/>
              <p:nvPr/>
            </p:nvSpPr>
            <p:spPr>
              <a:xfrm>
                <a:off x="330485" y="3697289"/>
                <a:ext cx="238923" cy="222995"/>
              </a:xfrm>
              <a:custGeom>
                <a:avLst/>
                <a:gdLst>
                  <a:gd name="connsiteX0" fmla="*/ 215031 w 238923"/>
                  <a:gd name="connsiteY0" fmla="*/ 151318 h 222994"/>
                  <a:gd name="connsiteX1" fmla="*/ 23892 w 238923"/>
                  <a:gd name="connsiteY1" fmla="*/ 151318 h 222994"/>
                  <a:gd name="connsiteX2" fmla="*/ 23892 w 238923"/>
                  <a:gd name="connsiteY2" fmla="*/ 23892 h 222994"/>
                  <a:gd name="connsiteX3" fmla="*/ 215031 w 238923"/>
                  <a:gd name="connsiteY3" fmla="*/ 23892 h 222994"/>
                  <a:gd name="connsiteX4" fmla="*/ 215031 w 238923"/>
                  <a:gd name="connsiteY4" fmla="*/ 151318 h 222994"/>
                  <a:gd name="connsiteX5" fmla="*/ 222995 w 238923"/>
                  <a:gd name="connsiteY5" fmla="*/ 0 h 222994"/>
                  <a:gd name="connsiteX6" fmla="*/ 15928 w 238923"/>
                  <a:gd name="connsiteY6" fmla="*/ 0 h 222994"/>
                  <a:gd name="connsiteX7" fmla="*/ 0 w 238923"/>
                  <a:gd name="connsiteY7" fmla="*/ 15928 h 222994"/>
                  <a:gd name="connsiteX8" fmla="*/ 0 w 238923"/>
                  <a:gd name="connsiteY8" fmla="*/ 159282 h 222994"/>
                  <a:gd name="connsiteX9" fmla="*/ 15928 w 238923"/>
                  <a:gd name="connsiteY9" fmla="*/ 175210 h 222994"/>
                  <a:gd name="connsiteX10" fmla="*/ 95569 w 238923"/>
                  <a:gd name="connsiteY10" fmla="*/ 175210 h 222994"/>
                  <a:gd name="connsiteX11" fmla="*/ 95569 w 238923"/>
                  <a:gd name="connsiteY11" fmla="*/ 199103 h 222994"/>
                  <a:gd name="connsiteX12" fmla="*/ 59731 w 238923"/>
                  <a:gd name="connsiteY12" fmla="*/ 199103 h 222994"/>
                  <a:gd name="connsiteX13" fmla="*/ 59731 w 238923"/>
                  <a:gd name="connsiteY13" fmla="*/ 222995 h 222994"/>
                  <a:gd name="connsiteX14" fmla="*/ 179192 w 238923"/>
                  <a:gd name="connsiteY14" fmla="*/ 222995 h 222994"/>
                  <a:gd name="connsiteX15" fmla="*/ 179192 w 238923"/>
                  <a:gd name="connsiteY15" fmla="*/ 199103 h 222994"/>
                  <a:gd name="connsiteX16" fmla="*/ 143354 w 238923"/>
                  <a:gd name="connsiteY16" fmla="*/ 199103 h 222994"/>
                  <a:gd name="connsiteX17" fmla="*/ 143354 w 238923"/>
                  <a:gd name="connsiteY17" fmla="*/ 175210 h 222994"/>
                  <a:gd name="connsiteX18" fmla="*/ 222995 w 238923"/>
                  <a:gd name="connsiteY18" fmla="*/ 175210 h 222994"/>
                  <a:gd name="connsiteX19" fmla="*/ 238923 w 238923"/>
                  <a:gd name="connsiteY19" fmla="*/ 159282 h 222994"/>
                  <a:gd name="connsiteX20" fmla="*/ 238923 w 238923"/>
                  <a:gd name="connsiteY20" fmla="*/ 15928 h 222994"/>
                  <a:gd name="connsiteX21" fmla="*/ 222995 w 238923"/>
                  <a:gd name="connsiteY21" fmla="*/ 0 h 222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8923" h="222994">
                    <a:moveTo>
                      <a:pt x="215031" y="151318"/>
                    </a:moveTo>
                    <a:lnTo>
                      <a:pt x="23892" y="151318"/>
                    </a:lnTo>
                    <a:lnTo>
                      <a:pt x="23892" y="23892"/>
                    </a:lnTo>
                    <a:lnTo>
                      <a:pt x="215031" y="23892"/>
                    </a:lnTo>
                    <a:lnTo>
                      <a:pt x="215031" y="151318"/>
                    </a:lnTo>
                    <a:close/>
                    <a:moveTo>
                      <a:pt x="222995" y="0"/>
                    </a:moveTo>
                    <a:lnTo>
                      <a:pt x="15928" y="0"/>
                    </a:lnTo>
                    <a:cubicBezTo>
                      <a:pt x="7168" y="0"/>
                      <a:pt x="0" y="7168"/>
                      <a:pt x="0" y="15928"/>
                    </a:cubicBezTo>
                    <a:lnTo>
                      <a:pt x="0" y="159282"/>
                    </a:lnTo>
                    <a:cubicBezTo>
                      <a:pt x="0" y="168043"/>
                      <a:pt x="7168" y="175210"/>
                      <a:pt x="15928" y="175210"/>
                    </a:cubicBezTo>
                    <a:lnTo>
                      <a:pt x="95569" y="175210"/>
                    </a:lnTo>
                    <a:lnTo>
                      <a:pt x="95569" y="199103"/>
                    </a:lnTo>
                    <a:lnTo>
                      <a:pt x="59731" y="199103"/>
                    </a:lnTo>
                    <a:lnTo>
                      <a:pt x="59731" y="222995"/>
                    </a:lnTo>
                    <a:lnTo>
                      <a:pt x="179192" y="222995"/>
                    </a:lnTo>
                    <a:lnTo>
                      <a:pt x="179192" y="199103"/>
                    </a:lnTo>
                    <a:lnTo>
                      <a:pt x="143354" y="199103"/>
                    </a:lnTo>
                    <a:lnTo>
                      <a:pt x="143354" y="175210"/>
                    </a:lnTo>
                    <a:lnTo>
                      <a:pt x="222995" y="175210"/>
                    </a:lnTo>
                    <a:cubicBezTo>
                      <a:pt x="231755" y="175210"/>
                      <a:pt x="238923" y="168043"/>
                      <a:pt x="238923" y="159282"/>
                    </a:cubicBezTo>
                    <a:lnTo>
                      <a:pt x="238923" y="15928"/>
                    </a:lnTo>
                    <a:cubicBezTo>
                      <a:pt x="238923" y="7168"/>
                      <a:pt x="231755" y="0"/>
                      <a:pt x="222995" y="0"/>
                    </a:cubicBezTo>
                    <a:close/>
                  </a:path>
                </a:pathLst>
              </a:custGeom>
              <a:grpFill/>
              <a:ln w="39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D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" name="Freeform: Shape 14">
                <a:extLst>
                  <a:ext uri="{FF2B5EF4-FFF2-40B4-BE49-F238E27FC236}">
                    <a16:creationId xmlns:a16="http://schemas.microsoft.com/office/drawing/2014/main" id="{3793B0E2-6C4D-4B93-BB4B-2A6DF9221DCC}"/>
                  </a:ext>
                </a:extLst>
              </p:cNvPr>
              <p:cNvSpPr/>
              <p:nvPr/>
            </p:nvSpPr>
            <p:spPr>
              <a:xfrm>
                <a:off x="585336" y="3697289"/>
                <a:ext cx="111497" cy="222995"/>
              </a:xfrm>
              <a:custGeom>
                <a:avLst/>
                <a:gdLst>
                  <a:gd name="connsiteX0" fmla="*/ 95569 w 111497"/>
                  <a:gd name="connsiteY0" fmla="*/ 39821 h 222994"/>
                  <a:gd name="connsiteX1" fmla="*/ 15928 w 111497"/>
                  <a:gd name="connsiteY1" fmla="*/ 39821 h 222994"/>
                  <a:gd name="connsiteX2" fmla="*/ 15928 w 111497"/>
                  <a:gd name="connsiteY2" fmla="*/ 15928 h 222994"/>
                  <a:gd name="connsiteX3" fmla="*/ 95569 w 111497"/>
                  <a:gd name="connsiteY3" fmla="*/ 15928 h 222994"/>
                  <a:gd name="connsiteX4" fmla="*/ 95569 w 111497"/>
                  <a:gd name="connsiteY4" fmla="*/ 39821 h 222994"/>
                  <a:gd name="connsiteX5" fmla="*/ 95569 w 111497"/>
                  <a:gd name="connsiteY5" fmla="*/ 79641 h 222994"/>
                  <a:gd name="connsiteX6" fmla="*/ 15928 w 111497"/>
                  <a:gd name="connsiteY6" fmla="*/ 79641 h 222994"/>
                  <a:gd name="connsiteX7" fmla="*/ 15928 w 111497"/>
                  <a:gd name="connsiteY7" fmla="*/ 55749 h 222994"/>
                  <a:gd name="connsiteX8" fmla="*/ 95569 w 111497"/>
                  <a:gd name="connsiteY8" fmla="*/ 55749 h 222994"/>
                  <a:gd name="connsiteX9" fmla="*/ 95569 w 111497"/>
                  <a:gd name="connsiteY9" fmla="*/ 79641 h 222994"/>
                  <a:gd name="connsiteX10" fmla="*/ 55749 w 111497"/>
                  <a:gd name="connsiteY10" fmla="*/ 199103 h 222994"/>
                  <a:gd name="connsiteX11" fmla="*/ 43803 w 111497"/>
                  <a:gd name="connsiteY11" fmla="*/ 187156 h 222994"/>
                  <a:gd name="connsiteX12" fmla="*/ 55749 w 111497"/>
                  <a:gd name="connsiteY12" fmla="*/ 175210 h 222994"/>
                  <a:gd name="connsiteX13" fmla="*/ 67695 w 111497"/>
                  <a:gd name="connsiteY13" fmla="*/ 187156 h 222994"/>
                  <a:gd name="connsiteX14" fmla="*/ 55749 w 111497"/>
                  <a:gd name="connsiteY14" fmla="*/ 199103 h 222994"/>
                  <a:gd name="connsiteX15" fmla="*/ 95569 w 111497"/>
                  <a:gd name="connsiteY15" fmla="*/ 0 h 222994"/>
                  <a:gd name="connsiteX16" fmla="*/ 15928 w 111497"/>
                  <a:gd name="connsiteY16" fmla="*/ 0 h 222994"/>
                  <a:gd name="connsiteX17" fmla="*/ 0 w 111497"/>
                  <a:gd name="connsiteY17" fmla="*/ 15928 h 222994"/>
                  <a:gd name="connsiteX18" fmla="*/ 0 w 111497"/>
                  <a:gd name="connsiteY18" fmla="*/ 207067 h 222994"/>
                  <a:gd name="connsiteX19" fmla="*/ 15928 w 111497"/>
                  <a:gd name="connsiteY19" fmla="*/ 222995 h 222994"/>
                  <a:gd name="connsiteX20" fmla="*/ 95569 w 111497"/>
                  <a:gd name="connsiteY20" fmla="*/ 222995 h 222994"/>
                  <a:gd name="connsiteX21" fmla="*/ 111497 w 111497"/>
                  <a:gd name="connsiteY21" fmla="*/ 207067 h 222994"/>
                  <a:gd name="connsiteX22" fmla="*/ 111497 w 111497"/>
                  <a:gd name="connsiteY22" fmla="*/ 15928 h 222994"/>
                  <a:gd name="connsiteX23" fmla="*/ 95569 w 111497"/>
                  <a:gd name="connsiteY23" fmla="*/ 0 h 222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11497" h="222994">
                    <a:moveTo>
                      <a:pt x="95569" y="39821"/>
                    </a:moveTo>
                    <a:lnTo>
                      <a:pt x="15928" y="39821"/>
                    </a:lnTo>
                    <a:lnTo>
                      <a:pt x="15928" y="15928"/>
                    </a:lnTo>
                    <a:lnTo>
                      <a:pt x="95569" y="15928"/>
                    </a:lnTo>
                    <a:lnTo>
                      <a:pt x="95569" y="39821"/>
                    </a:lnTo>
                    <a:close/>
                    <a:moveTo>
                      <a:pt x="95569" y="79641"/>
                    </a:moveTo>
                    <a:lnTo>
                      <a:pt x="15928" y="79641"/>
                    </a:lnTo>
                    <a:lnTo>
                      <a:pt x="15928" y="55749"/>
                    </a:lnTo>
                    <a:lnTo>
                      <a:pt x="95569" y="55749"/>
                    </a:lnTo>
                    <a:lnTo>
                      <a:pt x="95569" y="79641"/>
                    </a:lnTo>
                    <a:close/>
                    <a:moveTo>
                      <a:pt x="55749" y="199103"/>
                    </a:moveTo>
                    <a:cubicBezTo>
                      <a:pt x="48979" y="199103"/>
                      <a:pt x="43803" y="193926"/>
                      <a:pt x="43803" y="187156"/>
                    </a:cubicBezTo>
                    <a:cubicBezTo>
                      <a:pt x="43803" y="180387"/>
                      <a:pt x="48979" y="175210"/>
                      <a:pt x="55749" y="175210"/>
                    </a:cubicBezTo>
                    <a:cubicBezTo>
                      <a:pt x="62518" y="175210"/>
                      <a:pt x="67695" y="180387"/>
                      <a:pt x="67695" y="187156"/>
                    </a:cubicBezTo>
                    <a:cubicBezTo>
                      <a:pt x="67695" y="193926"/>
                      <a:pt x="62518" y="199103"/>
                      <a:pt x="55749" y="199103"/>
                    </a:cubicBezTo>
                    <a:close/>
                    <a:moveTo>
                      <a:pt x="95569" y="0"/>
                    </a:moveTo>
                    <a:lnTo>
                      <a:pt x="15928" y="0"/>
                    </a:lnTo>
                    <a:cubicBezTo>
                      <a:pt x="7168" y="0"/>
                      <a:pt x="0" y="7168"/>
                      <a:pt x="0" y="15928"/>
                    </a:cubicBezTo>
                    <a:lnTo>
                      <a:pt x="0" y="207067"/>
                    </a:lnTo>
                    <a:cubicBezTo>
                      <a:pt x="0" y="215827"/>
                      <a:pt x="7168" y="222995"/>
                      <a:pt x="15928" y="222995"/>
                    </a:cubicBezTo>
                    <a:lnTo>
                      <a:pt x="95569" y="222995"/>
                    </a:lnTo>
                    <a:cubicBezTo>
                      <a:pt x="104330" y="222995"/>
                      <a:pt x="111497" y="215827"/>
                      <a:pt x="111497" y="207067"/>
                    </a:cubicBezTo>
                    <a:lnTo>
                      <a:pt x="111497" y="15928"/>
                    </a:lnTo>
                    <a:cubicBezTo>
                      <a:pt x="111497" y="7168"/>
                      <a:pt x="104330" y="0"/>
                      <a:pt x="95569" y="0"/>
                    </a:cubicBezTo>
                    <a:close/>
                  </a:path>
                </a:pathLst>
              </a:custGeom>
              <a:grpFill/>
              <a:ln w="39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D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43A834-C984-4785-9B7F-A65A6FB1C11E}"/>
              </a:ext>
            </a:extLst>
          </p:cNvPr>
          <p:cNvGrpSpPr/>
          <p:nvPr/>
        </p:nvGrpSpPr>
        <p:grpSpPr>
          <a:xfrm>
            <a:off x="2711977" y="1801696"/>
            <a:ext cx="2439558" cy="2040388"/>
            <a:chOff x="3556194" y="1665338"/>
            <a:chExt cx="2995871" cy="2505675"/>
          </a:xfrm>
        </p:grpSpPr>
        <p:sp>
          <p:nvSpPr>
            <p:cNvPr id="32" name="Freeform: Shape 6">
              <a:extLst>
                <a:ext uri="{FF2B5EF4-FFF2-40B4-BE49-F238E27FC236}">
                  <a16:creationId xmlns:a16="http://schemas.microsoft.com/office/drawing/2014/main" id="{298395A1-A24C-40B4-A93D-83E1EC28A700}"/>
                </a:ext>
              </a:extLst>
            </p:cNvPr>
            <p:cNvSpPr/>
            <p:nvPr/>
          </p:nvSpPr>
          <p:spPr>
            <a:xfrm>
              <a:off x="3556194" y="1665338"/>
              <a:ext cx="2995871" cy="2505675"/>
            </a:xfrm>
            <a:custGeom>
              <a:avLst/>
              <a:gdLst>
                <a:gd name="connsiteX0" fmla="*/ 1284217 w 3119048"/>
                <a:gd name="connsiteY0" fmla="*/ 0 h 2608697"/>
                <a:gd name="connsiteX1" fmla="*/ 1521416 w 3119048"/>
                <a:gd name="connsiteY1" fmla="*/ 98251 h 2608697"/>
                <a:gd name="connsiteX2" fmla="*/ 2510446 w 3119048"/>
                <a:gd name="connsiteY2" fmla="*/ 1087282 h 2608697"/>
                <a:gd name="connsiteX3" fmla="*/ 2548903 w 3119048"/>
                <a:gd name="connsiteY3" fmla="*/ 1134361 h 2608697"/>
                <a:gd name="connsiteX4" fmla="*/ 2749478 w 3119048"/>
                <a:gd name="connsiteY4" fmla="*/ 1134361 h 2608697"/>
                <a:gd name="connsiteX5" fmla="*/ 2749478 w 3119048"/>
                <a:gd name="connsiteY5" fmla="*/ 949576 h 2608697"/>
                <a:gd name="connsiteX6" fmla="*/ 3119048 w 3119048"/>
                <a:gd name="connsiteY6" fmla="*/ 1319147 h 2608697"/>
                <a:gd name="connsiteX7" fmla="*/ 2749478 w 3119048"/>
                <a:gd name="connsiteY7" fmla="*/ 1688717 h 2608697"/>
                <a:gd name="connsiteX8" fmla="*/ 2749478 w 3119048"/>
                <a:gd name="connsiteY8" fmla="*/ 1503932 h 2608697"/>
                <a:gd name="connsiteX9" fmla="*/ 2556128 w 3119048"/>
                <a:gd name="connsiteY9" fmla="*/ 1503932 h 2608697"/>
                <a:gd name="connsiteX10" fmla="*/ 2553431 w 3119048"/>
                <a:gd name="connsiteY10" fmla="*/ 1509057 h 2608697"/>
                <a:gd name="connsiteX11" fmla="*/ 2510446 w 3119048"/>
                <a:gd name="connsiteY11" fmla="*/ 1561680 h 2608697"/>
                <a:gd name="connsiteX12" fmla="*/ 1561679 w 3119048"/>
                <a:gd name="connsiteY12" fmla="*/ 2510447 h 2608697"/>
                <a:gd name="connsiteX13" fmla="*/ 1087281 w 3119048"/>
                <a:gd name="connsiteY13" fmla="*/ 2510447 h 2608697"/>
                <a:gd name="connsiteX14" fmla="*/ 98251 w 3119048"/>
                <a:gd name="connsiteY14" fmla="*/ 1521416 h 2608697"/>
                <a:gd name="connsiteX15" fmla="*/ 98251 w 3119048"/>
                <a:gd name="connsiteY15" fmla="*/ 1047018 h 2608697"/>
                <a:gd name="connsiteX16" fmla="*/ 1047018 w 3119048"/>
                <a:gd name="connsiteY16" fmla="*/ 98251 h 2608697"/>
                <a:gd name="connsiteX17" fmla="*/ 1284217 w 3119048"/>
                <a:gd name="connsiteY17" fmla="*/ 0 h 2608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19048" h="2608697">
                  <a:moveTo>
                    <a:pt x="1284217" y="0"/>
                  </a:moveTo>
                  <a:cubicBezTo>
                    <a:pt x="1370066" y="0"/>
                    <a:pt x="1455915" y="32751"/>
                    <a:pt x="1521416" y="98251"/>
                  </a:cubicBezTo>
                  <a:lnTo>
                    <a:pt x="2510446" y="1087282"/>
                  </a:lnTo>
                  <a:lnTo>
                    <a:pt x="2548903" y="1134361"/>
                  </a:lnTo>
                  <a:lnTo>
                    <a:pt x="2749478" y="1134361"/>
                  </a:lnTo>
                  <a:lnTo>
                    <a:pt x="2749478" y="949576"/>
                  </a:lnTo>
                  <a:lnTo>
                    <a:pt x="3119048" y="1319147"/>
                  </a:lnTo>
                  <a:lnTo>
                    <a:pt x="2749478" y="1688717"/>
                  </a:lnTo>
                  <a:lnTo>
                    <a:pt x="2749478" y="1503932"/>
                  </a:lnTo>
                  <a:lnTo>
                    <a:pt x="2556128" y="1503932"/>
                  </a:lnTo>
                  <a:lnTo>
                    <a:pt x="2553431" y="1509057"/>
                  </a:lnTo>
                  <a:cubicBezTo>
                    <a:pt x="2541150" y="1527658"/>
                    <a:pt x="2526821" y="1545305"/>
                    <a:pt x="2510446" y="1561680"/>
                  </a:cubicBezTo>
                  <a:lnTo>
                    <a:pt x="1561679" y="2510447"/>
                  </a:lnTo>
                  <a:cubicBezTo>
                    <a:pt x="1430678" y="2641448"/>
                    <a:pt x="1218283" y="2641448"/>
                    <a:pt x="1087281" y="2510447"/>
                  </a:cubicBezTo>
                  <a:lnTo>
                    <a:pt x="98251" y="1521416"/>
                  </a:lnTo>
                  <a:cubicBezTo>
                    <a:pt x="-32751" y="1390415"/>
                    <a:pt x="-32751" y="1178020"/>
                    <a:pt x="98251" y="1047018"/>
                  </a:cubicBezTo>
                  <a:lnTo>
                    <a:pt x="1047018" y="98251"/>
                  </a:lnTo>
                  <a:cubicBezTo>
                    <a:pt x="1112518" y="32751"/>
                    <a:pt x="1198368" y="0"/>
                    <a:pt x="1284217" y="0"/>
                  </a:cubicBezTo>
                  <a:close/>
                </a:path>
              </a:pathLst>
            </a:custGeom>
            <a:solidFill>
              <a:srgbClr val="3B5AA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33" name="Graphic 197" descr="Customer review">
              <a:extLst>
                <a:ext uri="{FF2B5EF4-FFF2-40B4-BE49-F238E27FC236}">
                  <a16:creationId xmlns:a16="http://schemas.microsoft.com/office/drawing/2014/main" id="{CFC09CB9-AF5A-4435-9081-5FB19C1EFDD2}"/>
                </a:ext>
              </a:extLst>
            </p:cNvPr>
            <p:cNvGrpSpPr/>
            <p:nvPr/>
          </p:nvGrpSpPr>
          <p:grpSpPr>
            <a:xfrm>
              <a:off x="4615403" y="2664174"/>
              <a:ext cx="491434" cy="539127"/>
              <a:chOff x="4382937" y="3343642"/>
              <a:chExt cx="249198" cy="273383"/>
            </a:xfrm>
            <a:solidFill>
              <a:srgbClr val="FFFFFF"/>
            </a:solidFill>
          </p:grpSpPr>
          <p:sp>
            <p:nvSpPr>
              <p:cNvPr id="34" name="Freeform: Shape 16">
                <a:extLst>
                  <a:ext uri="{FF2B5EF4-FFF2-40B4-BE49-F238E27FC236}">
                    <a16:creationId xmlns:a16="http://schemas.microsoft.com/office/drawing/2014/main" id="{BC3799BD-BE94-4CB2-85FC-0823F94350CA}"/>
                  </a:ext>
                </a:extLst>
              </p:cNvPr>
              <p:cNvSpPr/>
              <p:nvPr/>
            </p:nvSpPr>
            <p:spPr>
              <a:xfrm>
                <a:off x="4552437" y="3483809"/>
                <a:ext cx="51594" cy="51594"/>
              </a:xfrm>
              <a:custGeom>
                <a:avLst/>
                <a:gdLst>
                  <a:gd name="connsiteX0" fmla="*/ 53520 w 51593"/>
                  <a:gd name="connsiteY0" fmla="*/ 26760 h 51593"/>
                  <a:gd name="connsiteX1" fmla="*/ 26760 w 51593"/>
                  <a:gd name="connsiteY1" fmla="*/ 53520 h 51593"/>
                  <a:gd name="connsiteX2" fmla="*/ 0 w 51593"/>
                  <a:gd name="connsiteY2" fmla="*/ 26760 h 51593"/>
                  <a:gd name="connsiteX3" fmla="*/ 26760 w 51593"/>
                  <a:gd name="connsiteY3" fmla="*/ 0 h 51593"/>
                  <a:gd name="connsiteX4" fmla="*/ 53520 w 51593"/>
                  <a:gd name="connsiteY4" fmla="*/ 26760 h 51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93" h="51593">
                    <a:moveTo>
                      <a:pt x="53520" y="26760"/>
                    </a:moveTo>
                    <a:cubicBezTo>
                      <a:pt x="53520" y="41539"/>
                      <a:pt x="41539" y="53520"/>
                      <a:pt x="26760" y="53520"/>
                    </a:cubicBezTo>
                    <a:cubicBezTo>
                      <a:pt x="11981" y="53520"/>
                      <a:pt x="0" y="41539"/>
                      <a:pt x="0" y="26760"/>
                    </a:cubicBezTo>
                    <a:cubicBezTo>
                      <a:pt x="0" y="11981"/>
                      <a:pt x="11981" y="0"/>
                      <a:pt x="26760" y="0"/>
                    </a:cubicBezTo>
                    <a:cubicBezTo>
                      <a:pt x="41539" y="0"/>
                      <a:pt x="53520" y="11981"/>
                      <a:pt x="53520" y="26760"/>
                    </a:cubicBezTo>
                    <a:close/>
                  </a:path>
                </a:pathLst>
              </a:custGeom>
              <a:grpFill/>
              <a:ln w="33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D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" name="Freeform: Shape 17">
                <a:extLst>
                  <a:ext uri="{FF2B5EF4-FFF2-40B4-BE49-F238E27FC236}">
                    <a16:creationId xmlns:a16="http://schemas.microsoft.com/office/drawing/2014/main" id="{EAFB9BE7-1837-4B12-9702-48A3B1DC3046}"/>
                  </a:ext>
                </a:extLst>
              </p:cNvPr>
              <p:cNvSpPr/>
              <p:nvPr/>
            </p:nvSpPr>
            <p:spPr>
              <a:xfrm>
                <a:off x="4409729" y="3483809"/>
                <a:ext cx="51594" cy="51594"/>
              </a:xfrm>
              <a:custGeom>
                <a:avLst/>
                <a:gdLst>
                  <a:gd name="connsiteX0" fmla="*/ 53520 w 51593"/>
                  <a:gd name="connsiteY0" fmla="*/ 26760 h 51593"/>
                  <a:gd name="connsiteX1" fmla="*/ 26760 w 51593"/>
                  <a:gd name="connsiteY1" fmla="*/ 53520 h 51593"/>
                  <a:gd name="connsiteX2" fmla="*/ 0 w 51593"/>
                  <a:gd name="connsiteY2" fmla="*/ 26760 h 51593"/>
                  <a:gd name="connsiteX3" fmla="*/ 26760 w 51593"/>
                  <a:gd name="connsiteY3" fmla="*/ 0 h 51593"/>
                  <a:gd name="connsiteX4" fmla="*/ 53520 w 51593"/>
                  <a:gd name="connsiteY4" fmla="*/ 26760 h 51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93" h="51593">
                    <a:moveTo>
                      <a:pt x="53520" y="26760"/>
                    </a:moveTo>
                    <a:cubicBezTo>
                      <a:pt x="53520" y="41539"/>
                      <a:pt x="41539" y="53520"/>
                      <a:pt x="26760" y="53520"/>
                    </a:cubicBezTo>
                    <a:cubicBezTo>
                      <a:pt x="11981" y="53520"/>
                      <a:pt x="0" y="41539"/>
                      <a:pt x="0" y="26760"/>
                    </a:cubicBezTo>
                    <a:cubicBezTo>
                      <a:pt x="0" y="11981"/>
                      <a:pt x="11981" y="0"/>
                      <a:pt x="26760" y="0"/>
                    </a:cubicBezTo>
                    <a:cubicBezTo>
                      <a:pt x="41539" y="0"/>
                      <a:pt x="53520" y="11981"/>
                      <a:pt x="53520" y="26760"/>
                    </a:cubicBezTo>
                    <a:close/>
                  </a:path>
                </a:pathLst>
              </a:custGeom>
              <a:grpFill/>
              <a:ln w="33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D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" name="Freeform: Shape 18">
                <a:extLst>
                  <a:ext uri="{FF2B5EF4-FFF2-40B4-BE49-F238E27FC236}">
                    <a16:creationId xmlns:a16="http://schemas.microsoft.com/office/drawing/2014/main" id="{0C49926F-9481-465C-B7E2-CB03D54B4DDC}"/>
                  </a:ext>
                </a:extLst>
              </p:cNvPr>
              <p:cNvSpPr/>
              <p:nvPr/>
            </p:nvSpPr>
            <p:spPr>
              <a:xfrm>
                <a:off x="4535827" y="3544586"/>
                <a:ext cx="96308" cy="51594"/>
              </a:xfrm>
              <a:custGeom>
                <a:avLst/>
                <a:gdLst>
                  <a:gd name="connsiteX0" fmla="*/ 91562 w 96308"/>
                  <a:gd name="connsiteY0" fmla="*/ 15925 h 51593"/>
                  <a:gd name="connsiteX1" fmla="*/ 65386 w 96308"/>
                  <a:gd name="connsiteY1" fmla="*/ 3440 h 51593"/>
                  <a:gd name="connsiteX2" fmla="*/ 43373 w 96308"/>
                  <a:gd name="connsiteY2" fmla="*/ 0 h 51593"/>
                  <a:gd name="connsiteX3" fmla="*/ 21394 w 96308"/>
                  <a:gd name="connsiteY3" fmla="*/ 3440 h 51593"/>
                  <a:gd name="connsiteX4" fmla="*/ 1238 w 96308"/>
                  <a:gd name="connsiteY4" fmla="*/ 12108 h 51593"/>
                  <a:gd name="connsiteX5" fmla="*/ 0 w 96308"/>
                  <a:gd name="connsiteY5" fmla="*/ 13518 h 51593"/>
                  <a:gd name="connsiteX6" fmla="*/ 27517 w 96308"/>
                  <a:gd name="connsiteY6" fmla="*/ 27276 h 51593"/>
                  <a:gd name="connsiteX7" fmla="*/ 37560 w 96308"/>
                  <a:gd name="connsiteY7" fmla="*/ 47466 h 51593"/>
                  <a:gd name="connsiteX8" fmla="*/ 37560 w 96308"/>
                  <a:gd name="connsiteY8" fmla="*/ 53589 h 51593"/>
                  <a:gd name="connsiteX9" fmla="*/ 96893 w 96308"/>
                  <a:gd name="connsiteY9" fmla="*/ 53589 h 51593"/>
                  <a:gd name="connsiteX10" fmla="*/ 96893 w 96308"/>
                  <a:gd name="connsiteY10" fmla="*/ 26657 h 51593"/>
                  <a:gd name="connsiteX11" fmla="*/ 91562 w 96308"/>
                  <a:gd name="connsiteY11" fmla="*/ 15925 h 51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6308" h="51593">
                    <a:moveTo>
                      <a:pt x="91562" y="15925"/>
                    </a:moveTo>
                    <a:cubicBezTo>
                      <a:pt x="83841" y="9921"/>
                      <a:pt x="74911" y="5662"/>
                      <a:pt x="65386" y="3440"/>
                    </a:cubicBezTo>
                    <a:cubicBezTo>
                      <a:pt x="58228" y="1348"/>
                      <a:pt x="50828" y="192"/>
                      <a:pt x="43373" y="0"/>
                    </a:cubicBezTo>
                    <a:cubicBezTo>
                      <a:pt x="35912" y="-17"/>
                      <a:pt x="28494" y="1144"/>
                      <a:pt x="21394" y="3440"/>
                    </a:cubicBezTo>
                    <a:cubicBezTo>
                      <a:pt x="14289" y="5332"/>
                      <a:pt x="7499" y="8252"/>
                      <a:pt x="1238" y="12108"/>
                    </a:cubicBezTo>
                    <a:lnTo>
                      <a:pt x="0" y="13518"/>
                    </a:lnTo>
                    <a:cubicBezTo>
                      <a:pt x="10000" y="16217"/>
                      <a:pt x="19357" y="20896"/>
                      <a:pt x="27517" y="27276"/>
                    </a:cubicBezTo>
                    <a:cubicBezTo>
                      <a:pt x="33930" y="31988"/>
                      <a:pt x="37671" y="39509"/>
                      <a:pt x="37560" y="47466"/>
                    </a:cubicBezTo>
                    <a:lnTo>
                      <a:pt x="37560" y="53589"/>
                    </a:lnTo>
                    <a:lnTo>
                      <a:pt x="96893" y="53589"/>
                    </a:lnTo>
                    <a:lnTo>
                      <a:pt x="96893" y="26657"/>
                    </a:lnTo>
                    <a:cubicBezTo>
                      <a:pt x="97010" y="22416"/>
                      <a:pt x="95012" y="18394"/>
                      <a:pt x="91562" y="15925"/>
                    </a:cubicBezTo>
                    <a:close/>
                  </a:path>
                </a:pathLst>
              </a:custGeom>
              <a:grpFill/>
              <a:ln w="33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D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" name="Freeform: Shape 19">
                <a:extLst>
                  <a:ext uri="{FF2B5EF4-FFF2-40B4-BE49-F238E27FC236}">
                    <a16:creationId xmlns:a16="http://schemas.microsoft.com/office/drawing/2014/main" id="{05F7C5F4-BD02-4B94-ACF6-E1E162322415}"/>
                  </a:ext>
                </a:extLst>
              </p:cNvPr>
              <p:cNvSpPr/>
              <p:nvPr/>
            </p:nvSpPr>
            <p:spPr>
              <a:xfrm>
                <a:off x="4382937" y="3544586"/>
                <a:ext cx="96308" cy="51594"/>
              </a:xfrm>
              <a:custGeom>
                <a:avLst/>
                <a:gdLst>
                  <a:gd name="connsiteX0" fmla="*/ 59470 w 96308"/>
                  <a:gd name="connsiteY0" fmla="*/ 47466 h 51593"/>
                  <a:gd name="connsiteX1" fmla="*/ 69136 w 96308"/>
                  <a:gd name="connsiteY1" fmla="*/ 27620 h 51593"/>
                  <a:gd name="connsiteX2" fmla="*/ 69514 w 96308"/>
                  <a:gd name="connsiteY2" fmla="*/ 27276 h 51593"/>
                  <a:gd name="connsiteX3" fmla="*/ 69961 w 96308"/>
                  <a:gd name="connsiteY3" fmla="*/ 26967 h 51593"/>
                  <a:gd name="connsiteX4" fmla="*/ 97031 w 96308"/>
                  <a:gd name="connsiteY4" fmla="*/ 13552 h 51593"/>
                  <a:gd name="connsiteX5" fmla="*/ 95070 w 96308"/>
                  <a:gd name="connsiteY5" fmla="*/ 11316 h 51593"/>
                  <a:gd name="connsiteX6" fmla="*/ 75533 w 96308"/>
                  <a:gd name="connsiteY6" fmla="*/ 3440 h 51593"/>
                  <a:gd name="connsiteX7" fmla="*/ 53554 w 96308"/>
                  <a:gd name="connsiteY7" fmla="*/ 0 h 51593"/>
                  <a:gd name="connsiteX8" fmla="*/ 31541 w 96308"/>
                  <a:gd name="connsiteY8" fmla="*/ 3440 h 51593"/>
                  <a:gd name="connsiteX9" fmla="*/ 5366 w 96308"/>
                  <a:gd name="connsiteY9" fmla="*/ 15926 h 51593"/>
                  <a:gd name="connsiteX10" fmla="*/ 0 w 96308"/>
                  <a:gd name="connsiteY10" fmla="*/ 26657 h 51593"/>
                  <a:gd name="connsiteX11" fmla="*/ 0 w 96308"/>
                  <a:gd name="connsiteY11" fmla="*/ 53589 h 51593"/>
                  <a:gd name="connsiteX12" fmla="*/ 59470 w 96308"/>
                  <a:gd name="connsiteY12" fmla="*/ 53589 h 51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6308" h="51593">
                    <a:moveTo>
                      <a:pt x="59470" y="47466"/>
                    </a:moveTo>
                    <a:cubicBezTo>
                      <a:pt x="59476" y="39718"/>
                      <a:pt x="63039" y="32402"/>
                      <a:pt x="69136" y="27620"/>
                    </a:cubicBezTo>
                    <a:lnTo>
                      <a:pt x="69514" y="27276"/>
                    </a:lnTo>
                    <a:lnTo>
                      <a:pt x="69961" y="26967"/>
                    </a:lnTo>
                    <a:cubicBezTo>
                      <a:pt x="78218" y="21091"/>
                      <a:pt x="87354" y="16563"/>
                      <a:pt x="97031" y="13552"/>
                    </a:cubicBezTo>
                    <a:cubicBezTo>
                      <a:pt x="96343" y="12830"/>
                      <a:pt x="95689" y="12073"/>
                      <a:pt x="95070" y="11316"/>
                    </a:cubicBezTo>
                    <a:cubicBezTo>
                      <a:pt x="88968" y="7771"/>
                      <a:pt x="82388" y="5119"/>
                      <a:pt x="75533" y="3440"/>
                    </a:cubicBezTo>
                    <a:cubicBezTo>
                      <a:pt x="68386" y="1351"/>
                      <a:pt x="60998" y="195"/>
                      <a:pt x="53554" y="0"/>
                    </a:cubicBezTo>
                    <a:cubicBezTo>
                      <a:pt x="46081" y="-19"/>
                      <a:pt x="38652" y="1142"/>
                      <a:pt x="31541" y="3440"/>
                    </a:cubicBezTo>
                    <a:cubicBezTo>
                      <a:pt x="22150" y="6031"/>
                      <a:pt x="13289" y="10257"/>
                      <a:pt x="5366" y="15926"/>
                    </a:cubicBezTo>
                    <a:cubicBezTo>
                      <a:pt x="2029" y="18493"/>
                      <a:pt x="53" y="22447"/>
                      <a:pt x="0" y="26657"/>
                    </a:cubicBezTo>
                    <a:lnTo>
                      <a:pt x="0" y="53589"/>
                    </a:lnTo>
                    <a:lnTo>
                      <a:pt x="59470" y="53589"/>
                    </a:lnTo>
                    <a:close/>
                  </a:path>
                </a:pathLst>
              </a:custGeom>
              <a:grpFill/>
              <a:ln w="33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D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" name="Freeform: Shape 20">
                <a:extLst>
                  <a:ext uri="{FF2B5EF4-FFF2-40B4-BE49-F238E27FC236}">
                    <a16:creationId xmlns:a16="http://schemas.microsoft.com/office/drawing/2014/main" id="{9B9E9F2E-F2B2-4E8B-BFC6-4D1E7B2A0E48}"/>
                  </a:ext>
                </a:extLst>
              </p:cNvPr>
              <p:cNvSpPr/>
              <p:nvPr/>
            </p:nvSpPr>
            <p:spPr>
              <a:xfrm>
                <a:off x="4454308" y="3565431"/>
                <a:ext cx="106627" cy="51594"/>
              </a:xfrm>
              <a:custGeom>
                <a:avLst/>
                <a:gdLst>
                  <a:gd name="connsiteX0" fmla="*/ 0 w 106627"/>
                  <a:gd name="connsiteY0" fmla="*/ 53383 h 51593"/>
                  <a:gd name="connsiteX1" fmla="*/ 0 w 106627"/>
                  <a:gd name="connsiteY1" fmla="*/ 26623 h 51593"/>
                  <a:gd name="connsiteX2" fmla="*/ 5366 w 106627"/>
                  <a:gd name="connsiteY2" fmla="*/ 15926 h 51593"/>
                  <a:gd name="connsiteX3" fmla="*/ 31541 w 106627"/>
                  <a:gd name="connsiteY3" fmla="*/ 3440 h 51593"/>
                  <a:gd name="connsiteX4" fmla="*/ 53520 w 106627"/>
                  <a:gd name="connsiteY4" fmla="*/ 1 h 51593"/>
                  <a:gd name="connsiteX5" fmla="*/ 75533 w 106627"/>
                  <a:gd name="connsiteY5" fmla="*/ 3440 h 51593"/>
                  <a:gd name="connsiteX6" fmla="*/ 101708 w 106627"/>
                  <a:gd name="connsiteY6" fmla="*/ 15926 h 51593"/>
                  <a:gd name="connsiteX7" fmla="*/ 107074 w 106627"/>
                  <a:gd name="connsiteY7" fmla="*/ 26623 h 51593"/>
                  <a:gd name="connsiteX8" fmla="*/ 107074 w 106627"/>
                  <a:gd name="connsiteY8" fmla="*/ 53383 h 51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6627" h="51593">
                    <a:moveTo>
                      <a:pt x="0" y="53383"/>
                    </a:moveTo>
                    <a:lnTo>
                      <a:pt x="0" y="26623"/>
                    </a:lnTo>
                    <a:cubicBezTo>
                      <a:pt x="16" y="22414"/>
                      <a:pt x="2002" y="18455"/>
                      <a:pt x="5366" y="15926"/>
                    </a:cubicBezTo>
                    <a:cubicBezTo>
                      <a:pt x="13273" y="10231"/>
                      <a:pt x="22139" y="6002"/>
                      <a:pt x="31541" y="3440"/>
                    </a:cubicBezTo>
                    <a:cubicBezTo>
                      <a:pt x="38637" y="1130"/>
                      <a:pt x="46057" y="-32"/>
                      <a:pt x="53520" y="1"/>
                    </a:cubicBezTo>
                    <a:cubicBezTo>
                      <a:pt x="60977" y="176"/>
                      <a:pt x="68378" y="1332"/>
                      <a:pt x="75533" y="3440"/>
                    </a:cubicBezTo>
                    <a:cubicBezTo>
                      <a:pt x="85068" y="5633"/>
                      <a:pt x="94004" y="9895"/>
                      <a:pt x="101708" y="15926"/>
                    </a:cubicBezTo>
                    <a:cubicBezTo>
                      <a:pt x="105171" y="18372"/>
                      <a:pt x="107185" y="22385"/>
                      <a:pt x="107074" y="26623"/>
                    </a:cubicBezTo>
                    <a:lnTo>
                      <a:pt x="107074" y="53383"/>
                    </a:lnTo>
                    <a:close/>
                  </a:path>
                </a:pathLst>
              </a:custGeom>
              <a:grpFill/>
              <a:ln w="33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D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" name="Freeform: Shape 21">
                <a:extLst>
                  <a:ext uri="{FF2B5EF4-FFF2-40B4-BE49-F238E27FC236}">
                    <a16:creationId xmlns:a16="http://schemas.microsoft.com/office/drawing/2014/main" id="{74960EA2-BC30-47AE-BB14-B40B25F55DA5}"/>
                  </a:ext>
                </a:extLst>
              </p:cNvPr>
              <p:cNvSpPr/>
              <p:nvPr/>
            </p:nvSpPr>
            <p:spPr>
              <a:xfrm>
                <a:off x="4481068" y="3504618"/>
                <a:ext cx="51594" cy="51594"/>
              </a:xfrm>
              <a:custGeom>
                <a:avLst/>
                <a:gdLst>
                  <a:gd name="connsiteX0" fmla="*/ 53520 w 51593"/>
                  <a:gd name="connsiteY0" fmla="*/ 26760 h 51593"/>
                  <a:gd name="connsiteX1" fmla="*/ 26760 w 51593"/>
                  <a:gd name="connsiteY1" fmla="*/ 53520 h 51593"/>
                  <a:gd name="connsiteX2" fmla="*/ 0 w 51593"/>
                  <a:gd name="connsiteY2" fmla="*/ 26760 h 51593"/>
                  <a:gd name="connsiteX3" fmla="*/ 26760 w 51593"/>
                  <a:gd name="connsiteY3" fmla="*/ 0 h 51593"/>
                  <a:gd name="connsiteX4" fmla="*/ 53520 w 51593"/>
                  <a:gd name="connsiteY4" fmla="*/ 26760 h 51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93" h="51593">
                    <a:moveTo>
                      <a:pt x="53520" y="26760"/>
                    </a:moveTo>
                    <a:cubicBezTo>
                      <a:pt x="53520" y="41539"/>
                      <a:pt x="41539" y="53520"/>
                      <a:pt x="26760" y="53520"/>
                    </a:cubicBezTo>
                    <a:cubicBezTo>
                      <a:pt x="11981" y="53520"/>
                      <a:pt x="0" y="41539"/>
                      <a:pt x="0" y="26760"/>
                    </a:cubicBezTo>
                    <a:cubicBezTo>
                      <a:pt x="0" y="11981"/>
                      <a:pt x="11981" y="0"/>
                      <a:pt x="26760" y="0"/>
                    </a:cubicBezTo>
                    <a:cubicBezTo>
                      <a:pt x="41539" y="0"/>
                      <a:pt x="53520" y="11981"/>
                      <a:pt x="53520" y="26760"/>
                    </a:cubicBezTo>
                    <a:close/>
                  </a:path>
                </a:pathLst>
              </a:custGeom>
              <a:grpFill/>
              <a:ln w="33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D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Freeform: Shape 22">
                <a:extLst>
                  <a:ext uri="{FF2B5EF4-FFF2-40B4-BE49-F238E27FC236}">
                    <a16:creationId xmlns:a16="http://schemas.microsoft.com/office/drawing/2014/main" id="{18442389-0515-4548-AB98-C83B0126BC65}"/>
                  </a:ext>
                </a:extLst>
              </p:cNvPr>
              <p:cNvSpPr/>
              <p:nvPr/>
            </p:nvSpPr>
            <p:spPr>
              <a:xfrm>
                <a:off x="4383148" y="3343642"/>
                <a:ext cx="247650" cy="123825"/>
              </a:xfrm>
              <a:custGeom>
                <a:avLst/>
                <a:gdLst>
                  <a:gd name="connsiteX0" fmla="*/ 236471 w 247650"/>
                  <a:gd name="connsiteY0" fmla="*/ 0 h 123825"/>
                  <a:gd name="connsiteX1" fmla="*/ 13758 w 247650"/>
                  <a:gd name="connsiteY1" fmla="*/ 0 h 123825"/>
                  <a:gd name="connsiteX2" fmla="*/ 0 w 247650"/>
                  <a:gd name="connsiteY2" fmla="*/ 13758 h 123825"/>
                  <a:gd name="connsiteX3" fmla="*/ 0 w 247650"/>
                  <a:gd name="connsiteY3" fmla="*/ 89429 h 123825"/>
                  <a:gd name="connsiteX4" fmla="*/ 13758 w 247650"/>
                  <a:gd name="connsiteY4" fmla="*/ 103188 h 123825"/>
                  <a:gd name="connsiteX5" fmla="*/ 64492 w 247650"/>
                  <a:gd name="connsiteY5" fmla="*/ 103188 h 123825"/>
                  <a:gd name="connsiteX6" fmla="*/ 64492 w 247650"/>
                  <a:gd name="connsiteY6" fmla="*/ 123825 h 123825"/>
                  <a:gd name="connsiteX7" fmla="*/ 86162 w 247650"/>
                  <a:gd name="connsiteY7" fmla="*/ 103188 h 123825"/>
                  <a:gd name="connsiteX8" fmla="*/ 109551 w 247650"/>
                  <a:gd name="connsiteY8" fmla="*/ 103188 h 123825"/>
                  <a:gd name="connsiteX9" fmla="*/ 122965 w 247650"/>
                  <a:gd name="connsiteY9" fmla="*/ 123825 h 123825"/>
                  <a:gd name="connsiteX10" fmla="*/ 135348 w 247650"/>
                  <a:gd name="connsiteY10" fmla="*/ 103188 h 123825"/>
                  <a:gd name="connsiteX11" fmla="*/ 159769 w 247650"/>
                  <a:gd name="connsiteY11" fmla="*/ 103188 h 123825"/>
                  <a:gd name="connsiteX12" fmla="*/ 181438 w 247650"/>
                  <a:gd name="connsiteY12" fmla="*/ 123825 h 123825"/>
                  <a:gd name="connsiteX13" fmla="*/ 181438 w 247650"/>
                  <a:gd name="connsiteY13" fmla="*/ 103188 h 123825"/>
                  <a:gd name="connsiteX14" fmla="*/ 236471 w 247650"/>
                  <a:gd name="connsiteY14" fmla="*/ 103188 h 123825"/>
                  <a:gd name="connsiteX15" fmla="*/ 250230 w 247650"/>
                  <a:gd name="connsiteY15" fmla="*/ 89429 h 123825"/>
                  <a:gd name="connsiteX16" fmla="*/ 250230 w 247650"/>
                  <a:gd name="connsiteY16" fmla="*/ 13758 h 123825"/>
                  <a:gd name="connsiteX17" fmla="*/ 236471 w 247650"/>
                  <a:gd name="connsiteY17" fmla="*/ 0 h 123825"/>
                  <a:gd name="connsiteX18" fmla="*/ 34396 w 247650"/>
                  <a:gd name="connsiteY18" fmla="*/ 30956 h 123825"/>
                  <a:gd name="connsiteX19" fmla="*/ 195196 w 247650"/>
                  <a:gd name="connsiteY19" fmla="*/ 30956 h 123825"/>
                  <a:gd name="connsiteX20" fmla="*/ 195196 w 247650"/>
                  <a:gd name="connsiteY20" fmla="*/ 37835 h 123825"/>
                  <a:gd name="connsiteX21" fmla="*/ 34396 w 247650"/>
                  <a:gd name="connsiteY21" fmla="*/ 37835 h 123825"/>
                  <a:gd name="connsiteX22" fmla="*/ 160801 w 247650"/>
                  <a:gd name="connsiteY22" fmla="*/ 72231 h 123825"/>
                  <a:gd name="connsiteX23" fmla="*/ 34396 w 247650"/>
                  <a:gd name="connsiteY23" fmla="*/ 72231 h 123825"/>
                  <a:gd name="connsiteX24" fmla="*/ 34396 w 247650"/>
                  <a:gd name="connsiteY24" fmla="*/ 65352 h 123825"/>
                  <a:gd name="connsiteX25" fmla="*/ 160801 w 247650"/>
                  <a:gd name="connsiteY25" fmla="*/ 65352 h 123825"/>
                  <a:gd name="connsiteX26" fmla="*/ 215834 w 247650"/>
                  <a:gd name="connsiteY26" fmla="*/ 55033 h 123825"/>
                  <a:gd name="connsiteX27" fmla="*/ 34396 w 247650"/>
                  <a:gd name="connsiteY27" fmla="*/ 55033 h 123825"/>
                  <a:gd name="connsiteX28" fmla="*/ 34396 w 247650"/>
                  <a:gd name="connsiteY28" fmla="*/ 48154 h 123825"/>
                  <a:gd name="connsiteX29" fmla="*/ 215834 w 247650"/>
                  <a:gd name="connsiteY29" fmla="*/ 48154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47650" h="123825">
                    <a:moveTo>
                      <a:pt x="236471" y="0"/>
                    </a:moveTo>
                    <a:lnTo>
                      <a:pt x="13758" y="0"/>
                    </a:lnTo>
                    <a:cubicBezTo>
                      <a:pt x="6160" y="0"/>
                      <a:pt x="0" y="6160"/>
                      <a:pt x="0" y="13758"/>
                    </a:cubicBezTo>
                    <a:lnTo>
                      <a:pt x="0" y="89429"/>
                    </a:lnTo>
                    <a:cubicBezTo>
                      <a:pt x="0" y="97028"/>
                      <a:pt x="6160" y="103188"/>
                      <a:pt x="13758" y="103188"/>
                    </a:cubicBezTo>
                    <a:lnTo>
                      <a:pt x="64492" y="103188"/>
                    </a:lnTo>
                    <a:lnTo>
                      <a:pt x="64492" y="123825"/>
                    </a:lnTo>
                    <a:lnTo>
                      <a:pt x="86162" y="103188"/>
                    </a:lnTo>
                    <a:lnTo>
                      <a:pt x="109551" y="103188"/>
                    </a:lnTo>
                    <a:lnTo>
                      <a:pt x="122965" y="123825"/>
                    </a:lnTo>
                    <a:lnTo>
                      <a:pt x="135348" y="103188"/>
                    </a:lnTo>
                    <a:lnTo>
                      <a:pt x="159769" y="103188"/>
                    </a:lnTo>
                    <a:lnTo>
                      <a:pt x="181438" y="123825"/>
                    </a:lnTo>
                    <a:lnTo>
                      <a:pt x="181438" y="103188"/>
                    </a:lnTo>
                    <a:lnTo>
                      <a:pt x="236471" y="103188"/>
                    </a:lnTo>
                    <a:cubicBezTo>
                      <a:pt x="244070" y="103188"/>
                      <a:pt x="250230" y="97028"/>
                      <a:pt x="250230" y="89429"/>
                    </a:cubicBezTo>
                    <a:lnTo>
                      <a:pt x="250230" y="13758"/>
                    </a:lnTo>
                    <a:cubicBezTo>
                      <a:pt x="250230" y="6160"/>
                      <a:pt x="244070" y="0"/>
                      <a:pt x="236471" y="0"/>
                    </a:cubicBezTo>
                    <a:close/>
                    <a:moveTo>
                      <a:pt x="34396" y="30956"/>
                    </a:moveTo>
                    <a:lnTo>
                      <a:pt x="195196" y="30956"/>
                    </a:lnTo>
                    <a:lnTo>
                      <a:pt x="195196" y="37835"/>
                    </a:lnTo>
                    <a:lnTo>
                      <a:pt x="34396" y="37835"/>
                    </a:lnTo>
                    <a:close/>
                    <a:moveTo>
                      <a:pt x="160801" y="72231"/>
                    </a:moveTo>
                    <a:lnTo>
                      <a:pt x="34396" y="72231"/>
                    </a:lnTo>
                    <a:lnTo>
                      <a:pt x="34396" y="65352"/>
                    </a:lnTo>
                    <a:lnTo>
                      <a:pt x="160801" y="65352"/>
                    </a:lnTo>
                    <a:close/>
                    <a:moveTo>
                      <a:pt x="215834" y="55033"/>
                    </a:moveTo>
                    <a:lnTo>
                      <a:pt x="34396" y="55033"/>
                    </a:lnTo>
                    <a:lnTo>
                      <a:pt x="34396" y="48154"/>
                    </a:lnTo>
                    <a:lnTo>
                      <a:pt x="215834" y="48154"/>
                    </a:lnTo>
                    <a:close/>
                  </a:path>
                </a:pathLst>
              </a:custGeom>
              <a:grpFill/>
              <a:ln w="33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D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F4F77358-F3E7-47DA-9D6E-6D78E0E3AAAD}"/>
              </a:ext>
            </a:extLst>
          </p:cNvPr>
          <p:cNvGrpSpPr/>
          <p:nvPr/>
        </p:nvGrpSpPr>
        <p:grpSpPr>
          <a:xfrm>
            <a:off x="388280" y="1801695"/>
            <a:ext cx="2439558" cy="2040388"/>
            <a:chOff x="1232497" y="1665337"/>
            <a:chExt cx="2995871" cy="2505675"/>
          </a:xfrm>
        </p:grpSpPr>
        <p:sp>
          <p:nvSpPr>
            <p:cNvPr id="42" name="Freeform: Shape 5">
              <a:extLst>
                <a:ext uri="{FF2B5EF4-FFF2-40B4-BE49-F238E27FC236}">
                  <a16:creationId xmlns:a16="http://schemas.microsoft.com/office/drawing/2014/main" id="{5775F177-ADB4-44F5-B320-6003130B3683}"/>
                </a:ext>
              </a:extLst>
            </p:cNvPr>
            <p:cNvSpPr/>
            <p:nvPr/>
          </p:nvSpPr>
          <p:spPr>
            <a:xfrm>
              <a:off x="1232497" y="1665337"/>
              <a:ext cx="2995871" cy="2505675"/>
            </a:xfrm>
            <a:custGeom>
              <a:avLst/>
              <a:gdLst>
                <a:gd name="connsiteX0" fmla="*/ 1284217 w 3119048"/>
                <a:gd name="connsiteY0" fmla="*/ 0 h 2608697"/>
                <a:gd name="connsiteX1" fmla="*/ 1521416 w 3119048"/>
                <a:gd name="connsiteY1" fmla="*/ 98251 h 2608697"/>
                <a:gd name="connsiteX2" fmla="*/ 2510446 w 3119048"/>
                <a:gd name="connsiteY2" fmla="*/ 1087282 h 2608697"/>
                <a:gd name="connsiteX3" fmla="*/ 2548903 w 3119048"/>
                <a:gd name="connsiteY3" fmla="*/ 1134361 h 2608697"/>
                <a:gd name="connsiteX4" fmla="*/ 2749478 w 3119048"/>
                <a:gd name="connsiteY4" fmla="*/ 1134361 h 2608697"/>
                <a:gd name="connsiteX5" fmla="*/ 2749478 w 3119048"/>
                <a:gd name="connsiteY5" fmla="*/ 949576 h 2608697"/>
                <a:gd name="connsiteX6" fmla="*/ 3119048 w 3119048"/>
                <a:gd name="connsiteY6" fmla="*/ 1319147 h 2608697"/>
                <a:gd name="connsiteX7" fmla="*/ 2749478 w 3119048"/>
                <a:gd name="connsiteY7" fmla="*/ 1688717 h 2608697"/>
                <a:gd name="connsiteX8" fmla="*/ 2749478 w 3119048"/>
                <a:gd name="connsiteY8" fmla="*/ 1503932 h 2608697"/>
                <a:gd name="connsiteX9" fmla="*/ 2556128 w 3119048"/>
                <a:gd name="connsiteY9" fmla="*/ 1503932 h 2608697"/>
                <a:gd name="connsiteX10" fmla="*/ 2553431 w 3119048"/>
                <a:gd name="connsiteY10" fmla="*/ 1509057 h 2608697"/>
                <a:gd name="connsiteX11" fmla="*/ 2510446 w 3119048"/>
                <a:gd name="connsiteY11" fmla="*/ 1561680 h 2608697"/>
                <a:gd name="connsiteX12" fmla="*/ 1561679 w 3119048"/>
                <a:gd name="connsiteY12" fmla="*/ 2510447 h 2608697"/>
                <a:gd name="connsiteX13" fmla="*/ 1087281 w 3119048"/>
                <a:gd name="connsiteY13" fmla="*/ 2510447 h 2608697"/>
                <a:gd name="connsiteX14" fmla="*/ 98251 w 3119048"/>
                <a:gd name="connsiteY14" fmla="*/ 1521416 h 2608697"/>
                <a:gd name="connsiteX15" fmla="*/ 98251 w 3119048"/>
                <a:gd name="connsiteY15" fmla="*/ 1047018 h 2608697"/>
                <a:gd name="connsiteX16" fmla="*/ 1047018 w 3119048"/>
                <a:gd name="connsiteY16" fmla="*/ 98251 h 2608697"/>
                <a:gd name="connsiteX17" fmla="*/ 1284217 w 3119048"/>
                <a:gd name="connsiteY17" fmla="*/ 0 h 2608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19048" h="2608697">
                  <a:moveTo>
                    <a:pt x="1284217" y="0"/>
                  </a:moveTo>
                  <a:cubicBezTo>
                    <a:pt x="1370066" y="0"/>
                    <a:pt x="1455915" y="32751"/>
                    <a:pt x="1521416" y="98251"/>
                  </a:cubicBezTo>
                  <a:lnTo>
                    <a:pt x="2510446" y="1087282"/>
                  </a:lnTo>
                  <a:lnTo>
                    <a:pt x="2548903" y="1134361"/>
                  </a:lnTo>
                  <a:lnTo>
                    <a:pt x="2749478" y="1134361"/>
                  </a:lnTo>
                  <a:lnTo>
                    <a:pt x="2749478" y="949576"/>
                  </a:lnTo>
                  <a:lnTo>
                    <a:pt x="3119048" y="1319147"/>
                  </a:lnTo>
                  <a:lnTo>
                    <a:pt x="2749478" y="1688717"/>
                  </a:lnTo>
                  <a:lnTo>
                    <a:pt x="2749478" y="1503932"/>
                  </a:lnTo>
                  <a:lnTo>
                    <a:pt x="2556128" y="1503932"/>
                  </a:lnTo>
                  <a:lnTo>
                    <a:pt x="2553431" y="1509057"/>
                  </a:lnTo>
                  <a:cubicBezTo>
                    <a:pt x="2541150" y="1527658"/>
                    <a:pt x="2526821" y="1545305"/>
                    <a:pt x="2510446" y="1561680"/>
                  </a:cubicBezTo>
                  <a:lnTo>
                    <a:pt x="1561679" y="2510447"/>
                  </a:lnTo>
                  <a:cubicBezTo>
                    <a:pt x="1430678" y="2641448"/>
                    <a:pt x="1218283" y="2641448"/>
                    <a:pt x="1087281" y="2510447"/>
                  </a:cubicBezTo>
                  <a:lnTo>
                    <a:pt x="98251" y="1521416"/>
                  </a:lnTo>
                  <a:cubicBezTo>
                    <a:pt x="-32751" y="1390415"/>
                    <a:pt x="-32751" y="1178020"/>
                    <a:pt x="98251" y="1047018"/>
                  </a:cubicBezTo>
                  <a:lnTo>
                    <a:pt x="1047018" y="98251"/>
                  </a:lnTo>
                  <a:cubicBezTo>
                    <a:pt x="1112518" y="32751"/>
                    <a:pt x="1198368" y="0"/>
                    <a:pt x="1284217" y="0"/>
                  </a:cubicBezTo>
                  <a:close/>
                </a:path>
              </a:pathLst>
            </a:custGeom>
            <a:solidFill>
              <a:srgbClr val="40ABF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3" name="Graphic 28" descr="Books">
              <a:extLst>
                <a:ext uri="{FF2B5EF4-FFF2-40B4-BE49-F238E27FC236}">
                  <a16:creationId xmlns:a16="http://schemas.microsoft.com/office/drawing/2014/main" id="{322636A7-E6B2-4961-B82B-A605A7B01FE5}"/>
                </a:ext>
              </a:extLst>
            </p:cNvPr>
            <p:cNvSpPr/>
            <p:nvPr/>
          </p:nvSpPr>
          <p:spPr>
            <a:xfrm>
              <a:off x="2197292" y="2708650"/>
              <a:ext cx="579498" cy="538594"/>
            </a:xfrm>
            <a:custGeom>
              <a:avLst/>
              <a:gdLst>
                <a:gd name="connsiteX0" fmla="*/ 265505 w 264881"/>
                <a:gd name="connsiteY0" fmla="*/ 87255 h 246183"/>
                <a:gd name="connsiteX1" fmla="*/ 249300 w 264881"/>
                <a:gd name="connsiteY1" fmla="*/ 81334 h 246183"/>
                <a:gd name="connsiteX2" fmla="*/ 249300 w 264881"/>
                <a:gd name="connsiteY2" fmla="*/ 47367 h 246183"/>
                <a:gd name="connsiteX3" fmla="*/ 265505 w 264881"/>
                <a:gd name="connsiteY3" fmla="*/ 40511 h 246183"/>
                <a:gd name="connsiteX4" fmla="*/ 155813 w 264881"/>
                <a:gd name="connsiteY4" fmla="*/ 0 h 246183"/>
                <a:gd name="connsiteX5" fmla="*/ 22437 w 264881"/>
                <a:gd name="connsiteY5" fmla="*/ 46744 h 246183"/>
                <a:gd name="connsiteX6" fmla="*/ 9349 w 264881"/>
                <a:gd name="connsiteY6" fmla="*/ 84139 h 246183"/>
                <a:gd name="connsiteX7" fmla="*/ 10907 w 264881"/>
                <a:gd name="connsiteY7" fmla="*/ 97850 h 246183"/>
                <a:gd name="connsiteX8" fmla="*/ 0 w 264881"/>
                <a:gd name="connsiteY8" fmla="*/ 133999 h 246183"/>
                <a:gd name="connsiteX9" fmla="*/ 9349 w 264881"/>
                <a:gd name="connsiteY9" fmla="*/ 161110 h 246183"/>
                <a:gd name="connsiteX10" fmla="*/ 8725 w 264881"/>
                <a:gd name="connsiteY10" fmla="*/ 180743 h 246183"/>
                <a:gd name="connsiteX11" fmla="*/ 24930 w 264881"/>
                <a:gd name="connsiteY11" fmla="*/ 211905 h 246183"/>
                <a:gd name="connsiteX12" fmla="*/ 111562 w 264881"/>
                <a:gd name="connsiteY12" fmla="*/ 247742 h 246183"/>
                <a:gd name="connsiteX13" fmla="*/ 264881 w 264881"/>
                <a:gd name="connsiteY13" fmla="*/ 184170 h 246183"/>
                <a:gd name="connsiteX14" fmla="*/ 248677 w 264881"/>
                <a:gd name="connsiteY14" fmla="*/ 178250 h 246183"/>
                <a:gd name="connsiteX15" fmla="*/ 248677 w 264881"/>
                <a:gd name="connsiteY15" fmla="*/ 143971 h 246183"/>
                <a:gd name="connsiteX16" fmla="*/ 264881 w 264881"/>
                <a:gd name="connsiteY16" fmla="*/ 137115 h 246183"/>
                <a:gd name="connsiteX17" fmla="*/ 239951 w 264881"/>
                <a:gd name="connsiteY17" fmla="*/ 127766 h 246183"/>
                <a:gd name="connsiteX18" fmla="*/ 239951 w 264881"/>
                <a:gd name="connsiteY18" fmla="*/ 97850 h 246183"/>
                <a:gd name="connsiteX19" fmla="*/ 265505 w 264881"/>
                <a:gd name="connsiteY19" fmla="*/ 87255 h 246183"/>
                <a:gd name="connsiteX20" fmla="*/ 26177 w 264881"/>
                <a:gd name="connsiteY20" fmla="*/ 68558 h 246183"/>
                <a:gd name="connsiteX21" fmla="*/ 112808 w 264881"/>
                <a:gd name="connsiteY21" fmla="*/ 102525 h 246183"/>
                <a:gd name="connsiteX22" fmla="*/ 237147 w 264881"/>
                <a:gd name="connsiteY22" fmla="*/ 52353 h 246183"/>
                <a:gd name="connsiteX23" fmla="*/ 237147 w 264881"/>
                <a:gd name="connsiteY23" fmla="*/ 79153 h 246183"/>
                <a:gd name="connsiteX24" fmla="*/ 112808 w 264881"/>
                <a:gd name="connsiteY24" fmla="*/ 130883 h 246183"/>
                <a:gd name="connsiteX25" fmla="*/ 26177 w 264881"/>
                <a:gd name="connsiteY25" fmla="*/ 96604 h 246183"/>
                <a:gd name="connsiteX26" fmla="*/ 26177 w 264881"/>
                <a:gd name="connsiteY26" fmla="*/ 68558 h 246183"/>
                <a:gd name="connsiteX27" fmla="*/ 236523 w 264881"/>
                <a:gd name="connsiteY27" fmla="*/ 176068 h 246183"/>
                <a:gd name="connsiteX28" fmla="*/ 112185 w 264881"/>
                <a:gd name="connsiteY28" fmla="*/ 227486 h 246183"/>
                <a:gd name="connsiteX29" fmla="*/ 25242 w 264881"/>
                <a:gd name="connsiteY29" fmla="*/ 193208 h 246183"/>
                <a:gd name="connsiteX30" fmla="*/ 25242 w 264881"/>
                <a:gd name="connsiteY30" fmla="*/ 168901 h 246183"/>
                <a:gd name="connsiteX31" fmla="*/ 102836 w 264881"/>
                <a:gd name="connsiteY31" fmla="*/ 200686 h 246183"/>
                <a:gd name="connsiteX32" fmla="*/ 236835 w 264881"/>
                <a:gd name="connsiteY32" fmla="*/ 147710 h 246183"/>
                <a:gd name="connsiteX33" fmla="*/ 236523 w 264881"/>
                <a:gd name="connsiteY33" fmla="*/ 176068 h 246183"/>
                <a:gd name="connsiteX34" fmla="*/ 227798 w 264881"/>
                <a:gd name="connsiteY34" fmla="*/ 129324 h 246183"/>
                <a:gd name="connsiteX35" fmla="*/ 103459 w 264881"/>
                <a:gd name="connsiteY35" fmla="*/ 180743 h 246183"/>
                <a:gd name="connsiteX36" fmla="*/ 16828 w 264881"/>
                <a:gd name="connsiteY36" fmla="*/ 146464 h 246183"/>
                <a:gd name="connsiteX37" fmla="*/ 16828 w 264881"/>
                <a:gd name="connsiteY37" fmla="*/ 118418 h 246183"/>
                <a:gd name="connsiteX38" fmla="*/ 105953 w 264881"/>
                <a:gd name="connsiteY38" fmla="*/ 153943 h 246183"/>
                <a:gd name="connsiteX39" fmla="*/ 228110 w 264881"/>
                <a:gd name="connsiteY39" fmla="*/ 102836 h 246183"/>
                <a:gd name="connsiteX40" fmla="*/ 228110 w 264881"/>
                <a:gd name="connsiteY40" fmla="*/ 129324 h 24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64881" h="246183">
                  <a:moveTo>
                    <a:pt x="265505" y="87255"/>
                  </a:moveTo>
                  <a:lnTo>
                    <a:pt x="249300" y="81334"/>
                  </a:lnTo>
                  <a:lnTo>
                    <a:pt x="249300" y="47367"/>
                  </a:lnTo>
                  <a:lnTo>
                    <a:pt x="265505" y="40511"/>
                  </a:lnTo>
                  <a:lnTo>
                    <a:pt x="155813" y="0"/>
                  </a:lnTo>
                  <a:lnTo>
                    <a:pt x="22437" y="46744"/>
                  </a:lnTo>
                  <a:cubicBezTo>
                    <a:pt x="9660" y="52976"/>
                    <a:pt x="9349" y="70116"/>
                    <a:pt x="9349" y="84139"/>
                  </a:cubicBezTo>
                  <a:cubicBezTo>
                    <a:pt x="9349" y="88813"/>
                    <a:pt x="9972" y="93488"/>
                    <a:pt x="10907" y="97850"/>
                  </a:cubicBezTo>
                  <a:cubicBezTo>
                    <a:pt x="312" y="104706"/>
                    <a:pt x="0" y="120599"/>
                    <a:pt x="0" y="133999"/>
                  </a:cubicBezTo>
                  <a:cubicBezTo>
                    <a:pt x="0" y="144906"/>
                    <a:pt x="2493" y="154878"/>
                    <a:pt x="9349" y="161110"/>
                  </a:cubicBezTo>
                  <a:cubicBezTo>
                    <a:pt x="7791" y="166408"/>
                    <a:pt x="8725" y="172952"/>
                    <a:pt x="8725" y="180743"/>
                  </a:cubicBezTo>
                  <a:cubicBezTo>
                    <a:pt x="8725" y="194766"/>
                    <a:pt x="12465" y="207542"/>
                    <a:pt x="24930" y="211905"/>
                  </a:cubicBezTo>
                  <a:lnTo>
                    <a:pt x="111562" y="247742"/>
                  </a:lnTo>
                  <a:lnTo>
                    <a:pt x="264881" y="184170"/>
                  </a:lnTo>
                  <a:lnTo>
                    <a:pt x="248677" y="178250"/>
                  </a:lnTo>
                  <a:lnTo>
                    <a:pt x="248677" y="143971"/>
                  </a:lnTo>
                  <a:lnTo>
                    <a:pt x="264881" y="137115"/>
                  </a:lnTo>
                  <a:lnTo>
                    <a:pt x="239951" y="127766"/>
                  </a:lnTo>
                  <a:lnTo>
                    <a:pt x="239951" y="97850"/>
                  </a:lnTo>
                  <a:lnTo>
                    <a:pt x="265505" y="87255"/>
                  </a:lnTo>
                  <a:close/>
                  <a:moveTo>
                    <a:pt x="26177" y="68558"/>
                  </a:moveTo>
                  <a:lnTo>
                    <a:pt x="112808" y="102525"/>
                  </a:lnTo>
                  <a:lnTo>
                    <a:pt x="237147" y="52353"/>
                  </a:lnTo>
                  <a:lnTo>
                    <a:pt x="237147" y="79153"/>
                  </a:lnTo>
                  <a:lnTo>
                    <a:pt x="112808" y="130883"/>
                  </a:lnTo>
                  <a:lnTo>
                    <a:pt x="26177" y="96604"/>
                  </a:lnTo>
                  <a:lnTo>
                    <a:pt x="26177" y="68558"/>
                  </a:lnTo>
                  <a:close/>
                  <a:moveTo>
                    <a:pt x="236523" y="176068"/>
                  </a:moveTo>
                  <a:lnTo>
                    <a:pt x="112185" y="227486"/>
                  </a:lnTo>
                  <a:lnTo>
                    <a:pt x="25242" y="193208"/>
                  </a:lnTo>
                  <a:lnTo>
                    <a:pt x="25242" y="168901"/>
                  </a:lnTo>
                  <a:lnTo>
                    <a:pt x="102836" y="200686"/>
                  </a:lnTo>
                  <a:lnTo>
                    <a:pt x="236835" y="147710"/>
                  </a:lnTo>
                  <a:lnTo>
                    <a:pt x="236523" y="176068"/>
                  </a:lnTo>
                  <a:close/>
                  <a:moveTo>
                    <a:pt x="227798" y="129324"/>
                  </a:moveTo>
                  <a:lnTo>
                    <a:pt x="103459" y="180743"/>
                  </a:lnTo>
                  <a:lnTo>
                    <a:pt x="16828" y="146464"/>
                  </a:lnTo>
                  <a:lnTo>
                    <a:pt x="16828" y="118418"/>
                  </a:lnTo>
                  <a:lnTo>
                    <a:pt x="105953" y="153943"/>
                  </a:lnTo>
                  <a:lnTo>
                    <a:pt x="228110" y="102836"/>
                  </a:lnTo>
                  <a:lnTo>
                    <a:pt x="228110" y="129324"/>
                  </a:lnTo>
                  <a:close/>
                </a:path>
              </a:pathLst>
            </a:custGeom>
            <a:solidFill>
              <a:srgbClr val="FFFFFF"/>
            </a:solidFill>
            <a:ln w="30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7B76EFA4-82CF-4EB9-8754-34DF154F4A04}"/>
              </a:ext>
            </a:extLst>
          </p:cNvPr>
          <p:cNvGrpSpPr/>
          <p:nvPr/>
        </p:nvGrpSpPr>
        <p:grpSpPr>
          <a:xfrm>
            <a:off x="9398829" y="4010390"/>
            <a:ext cx="2363452" cy="932458"/>
            <a:chOff x="1356805" y="3325188"/>
            <a:chExt cx="2363452" cy="932458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EB8E5697-2FFD-44CE-ACF7-7F20BF290DF3}"/>
                </a:ext>
              </a:extLst>
            </p:cNvPr>
            <p:cNvSpPr/>
            <p:nvPr/>
          </p:nvSpPr>
          <p:spPr>
            <a:xfrm>
              <a:off x="1356805" y="3758022"/>
              <a:ext cx="2363452" cy="49962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lnSpc>
                  <a:spcPct val="150000"/>
                </a:lnSpc>
                <a:defRPr/>
              </a:pPr>
              <a:endParaRPr lang="en-US" altLang="zh-CN" sz="20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6E3DAF19-1F5E-44F2-B3CB-997EA2F2E579}"/>
                </a:ext>
              </a:extLst>
            </p:cNvPr>
            <p:cNvSpPr/>
            <p:nvPr/>
          </p:nvSpPr>
          <p:spPr>
            <a:xfrm>
              <a:off x="1417544" y="3325188"/>
              <a:ext cx="2241974" cy="49962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20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注销</a:t>
              </a:r>
              <a:endParaRPr lang="en-US" altLang="zh-CN" sz="20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C476912-2078-41E4-8109-EF7D0006CEEA}"/>
              </a:ext>
            </a:extLst>
          </p:cNvPr>
          <p:cNvGrpSpPr/>
          <p:nvPr/>
        </p:nvGrpSpPr>
        <p:grpSpPr>
          <a:xfrm>
            <a:off x="2563695" y="4002401"/>
            <a:ext cx="2363452" cy="932458"/>
            <a:chOff x="1356805" y="3325188"/>
            <a:chExt cx="2363452" cy="932458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5D46B255-3AF5-4B8C-BA88-073E1B0B04DF}"/>
                </a:ext>
              </a:extLst>
            </p:cNvPr>
            <p:cNvSpPr/>
            <p:nvPr/>
          </p:nvSpPr>
          <p:spPr>
            <a:xfrm>
              <a:off x="1356805" y="3758022"/>
              <a:ext cx="2363452" cy="49962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lnSpc>
                  <a:spcPct val="150000"/>
                </a:lnSpc>
                <a:defRPr/>
              </a:pPr>
              <a:endParaRPr lang="en-US" altLang="zh-CN" sz="20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81077B5C-6DB3-4725-BD62-86FC18D065BE}"/>
                </a:ext>
              </a:extLst>
            </p:cNvPr>
            <p:cNvSpPr/>
            <p:nvPr/>
          </p:nvSpPr>
          <p:spPr>
            <a:xfrm>
              <a:off x="1417544" y="3325188"/>
              <a:ext cx="2241974" cy="49962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登录</a:t>
              </a:r>
              <a:endParaRPr lang="en-US" altLang="zh-CN" sz="20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83079EB-CDD0-42FE-8844-55B474D1537F}"/>
              </a:ext>
            </a:extLst>
          </p:cNvPr>
          <p:cNvGrpSpPr/>
          <p:nvPr/>
        </p:nvGrpSpPr>
        <p:grpSpPr>
          <a:xfrm>
            <a:off x="5054614" y="4002401"/>
            <a:ext cx="2363452" cy="932458"/>
            <a:chOff x="1356805" y="3325188"/>
            <a:chExt cx="2363452" cy="932458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4C9FF984-C002-4470-8544-49D286D71C38}"/>
                </a:ext>
              </a:extLst>
            </p:cNvPr>
            <p:cNvSpPr/>
            <p:nvPr/>
          </p:nvSpPr>
          <p:spPr>
            <a:xfrm>
              <a:off x="1356805" y="3758022"/>
              <a:ext cx="2363452" cy="49962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lnSpc>
                  <a:spcPct val="150000"/>
                </a:lnSpc>
                <a:defRPr/>
              </a:pPr>
              <a:endParaRPr lang="en-US" altLang="zh-CN" sz="20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FD239D42-F1EB-40C0-BA68-27329D4A6DDC}"/>
                </a:ext>
              </a:extLst>
            </p:cNvPr>
            <p:cNvSpPr/>
            <p:nvPr/>
          </p:nvSpPr>
          <p:spPr>
            <a:xfrm>
              <a:off x="1417544" y="3325188"/>
              <a:ext cx="2241974" cy="49962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修改信息</a:t>
              </a:r>
              <a:endParaRPr lang="en-US" altLang="zh-CN" sz="20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CD4E3C88-E0C3-4456-9F1E-39593F7F0124}"/>
              </a:ext>
            </a:extLst>
          </p:cNvPr>
          <p:cNvGrpSpPr/>
          <p:nvPr/>
        </p:nvGrpSpPr>
        <p:grpSpPr>
          <a:xfrm>
            <a:off x="7545532" y="4002401"/>
            <a:ext cx="2363452" cy="932458"/>
            <a:chOff x="1356805" y="3325188"/>
            <a:chExt cx="2363452" cy="932458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82E88656-0322-4197-A1CA-D10143904C5E}"/>
                </a:ext>
              </a:extLst>
            </p:cNvPr>
            <p:cNvSpPr/>
            <p:nvPr/>
          </p:nvSpPr>
          <p:spPr>
            <a:xfrm>
              <a:off x="1356805" y="3758022"/>
              <a:ext cx="2363452" cy="49962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lnSpc>
                  <a:spcPct val="150000"/>
                </a:lnSpc>
                <a:defRPr/>
              </a:pPr>
              <a:endParaRPr lang="en-US" altLang="zh-CN" sz="20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14C76F9B-D97B-4C43-ACBD-679E0FD9020B}"/>
                </a:ext>
              </a:extLst>
            </p:cNvPr>
            <p:cNvSpPr/>
            <p:nvPr/>
          </p:nvSpPr>
          <p:spPr>
            <a:xfrm>
              <a:off x="1417544" y="3325188"/>
              <a:ext cx="2241974" cy="49962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找回密码</a:t>
              </a:r>
              <a:endParaRPr lang="en-US" altLang="zh-CN" sz="20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8A6EA0D0-3F62-41FC-9D72-9A8D6E0E50A2}"/>
              </a:ext>
            </a:extLst>
          </p:cNvPr>
          <p:cNvGrpSpPr/>
          <p:nvPr/>
        </p:nvGrpSpPr>
        <p:grpSpPr>
          <a:xfrm>
            <a:off x="7447547" y="216333"/>
            <a:ext cx="4166937" cy="529389"/>
            <a:chOff x="2021305" y="1980965"/>
            <a:chExt cx="3529263" cy="529389"/>
          </a:xfrm>
        </p:grpSpPr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5CB8646E-7328-445F-9A34-377BEF2B678B}"/>
                </a:ext>
              </a:extLst>
            </p:cNvPr>
            <p:cNvSpPr txBox="1"/>
            <p:nvPr/>
          </p:nvSpPr>
          <p:spPr>
            <a:xfrm>
              <a:off x="2239879" y="2107159"/>
              <a:ext cx="219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基于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二手书交易平台 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|</a:t>
              </a:r>
              <a:endParaRPr lang="zh-CN" altLang="en-US" sz="1200" dirty="0">
                <a:solidFill>
                  <a:srgbClr val="40ABFA"/>
                </a:solidFill>
                <a:cs typeface="+mn-ea"/>
                <a:sym typeface="+mn-lt"/>
              </a:endParaRPr>
            </a:p>
          </p:txBody>
        </p: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46AE1B67-2A8B-4F5B-9FC0-2AB5F4FDD5DA}"/>
                </a:ext>
              </a:extLst>
            </p:cNvPr>
            <p:cNvSpPr/>
            <p:nvPr/>
          </p:nvSpPr>
          <p:spPr>
            <a:xfrm>
              <a:off x="2021305" y="1980965"/>
              <a:ext cx="3529263" cy="52938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59" name="图形 58">
              <a:extLst>
                <a:ext uri="{FF2B5EF4-FFF2-40B4-BE49-F238E27FC236}">
                  <a16:creationId xmlns:a16="http://schemas.microsoft.com/office/drawing/2014/main" id="{D9064A3E-13E5-4095-88AF-801D96726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02870" y="2040119"/>
              <a:ext cx="411080" cy="411080"/>
            </a:xfrm>
            <a:prstGeom prst="rect">
              <a:avLst/>
            </a:prstGeom>
          </p:spPr>
        </p:pic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65B106C9-68E0-481F-AFCE-C8CC41759F26}"/>
              </a:ext>
            </a:extLst>
          </p:cNvPr>
          <p:cNvGrpSpPr/>
          <p:nvPr/>
        </p:nvGrpSpPr>
        <p:grpSpPr>
          <a:xfrm>
            <a:off x="9480023" y="1793707"/>
            <a:ext cx="2439558" cy="2040388"/>
            <a:chOff x="1232497" y="1665337"/>
            <a:chExt cx="2995871" cy="2505675"/>
          </a:xfrm>
        </p:grpSpPr>
        <p:sp>
          <p:nvSpPr>
            <p:cNvPr id="61" name="Freeform: Shape 5">
              <a:extLst>
                <a:ext uri="{FF2B5EF4-FFF2-40B4-BE49-F238E27FC236}">
                  <a16:creationId xmlns:a16="http://schemas.microsoft.com/office/drawing/2014/main" id="{6FE5F5C9-8CE2-4836-A932-3BF6A120F03E}"/>
                </a:ext>
              </a:extLst>
            </p:cNvPr>
            <p:cNvSpPr/>
            <p:nvPr/>
          </p:nvSpPr>
          <p:spPr>
            <a:xfrm>
              <a:off x="1232497" y="1665337"/>
              <a:ext cx="2995871" cy="2505675"/>
            </a:xfrm>
            <a:custGeom>
              <a:avLst/>
              <a:gdLst>
                <a:gd name="connsiteX0" fmla="*/ 1284217 w 3119048"/>
                <a:gd name="connsiteY0" fmla="*/ 0 h 2608697"/>
                <a:gd name="connsiteX1" fmla="*/ 1521416 w 3119048"/>
                <a:gd name="connsiteY1" fmla="*/ 98251 h 2608697"/>
                <a:gd name="connsiteX2" fmla="*/ 2510446 w 3119048"/>
                <a:gd name="connsiteY2" fmla="*/ 1087282 h 2608697"/>
                <a:gd name="connsiteX3" fmla="*/ 2548903 w 3119048"/>
                <a:gd name="connsiteY3" fmla="*/ 1134361 h 2608697"/>
                <a:gd name="connsiteX4" fmla="*/ 2749478 w 3119048"/>
                <a:gd name="connsiteY4" fmla="*/ 1134361 h 2608697"/>
                <a:gd name="connsiteX5" fmla="*/ 2749478 w 3119048"/>
                <a:gd name="connsiteY5" fmla="*/ 949576 h 2608697"/>
                <a:gd name="connsiteX6" fmla="*/ 3119048 w 3119048"/>
                <a:gd name="connsiteY6" fmla="*/ 1319147 h 2608697"/>
                <a:gd name="connsiteX7" fmla="*/ 2749478 w 3119048"/>
                <a:gd name="connsiteY7" fmla="*/ 1688717 h 2608697"/>
                <a:gd name="connsiteX8" fmla="*/ 2749478 w 3119048"/>
                <a:gd name="connsiteY8" fmla="*/ 1503932 h 2608697"/>
                <a:gd name="connsiteX9" fmla="*/ 2556128 w 3119048"/>
                <a:gd name="connsiteY9" fmla="*/ 1503932 h 2608697"/>
                <a:gd name="connsiteX10" fmla="*/ 2553431 w 3119048"/>
                <a:gd name="connsiteY10" fmla="*/ 1509057 h 2608697"/>
                <a:gd name="connsiteX11" fmla="*/ 2510446 w 3119048"/>
                <a:gd name="connsiteY11" fmla="*/ 1561680 h 2608697"/>
                <a:gd name="connsiteX12" fmla="*/ 1561679 w 3119048"/>
                <a:gd name="connsiteY12" fmla="*/ 2510447 h 2608697"/>
                <a:gd name="connsiteX13" fmla="*/ 1087281 w 3119048"/>
                <a:gd name="connsiteY13" fmla="*/ 2510447 h 2608697"/>
                <a:gd name="connsiteX14" fmla="*/ 98251 w 3119048"/>
                <a:gd name="connsiteY14" fmla="*/ 1521416 h 2608697"/>
                <a:gd name="connsiteX15" fmla="*/ 98251 w 3119048"/>
                <a:gd name="connsiteY15" fmla="*/ 1047018 h 2608697"/>
                <a:gd name="connsiteX16" fmla="*/ 1047018 w 3119048"/>
                <a:gd name="connsiteY16" fmla="*/ 98251 h 2608697"/>
                <a:gd name="connsiteX17" fmla="*/ 1284217 w 3119048"/>
                <a:gd name="connsiteY17" fmla="*/ 0 h 2608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19048" h="2608697">
                  <a:moveTo>
                    <a:pt x="1284217" y="0"/>
                  </a:moveTo>
                  <a:cubicBezTo>
                    <a:pt x="1370066" y="0"/>
                    <a:pt x="1455915" y="32751"/>
                    <a:pt x="1521416" y="98251"/>
                  </a:cubicBezTo>
                  <a:lnTo>
                    <a:pt x="2510446" y="1087282"/>
                  </a:lnTo>
                  <a:lnTo>
                    <a:pt x="2548903" y="1134361"/>
                  </a:lnTo>
                  <a:lnTo>
                    <a:pt x="2749478" y="1134361"/>
                  </a:lnTo>
                  <a:lnTo>
                    <a:pt x="2749478" y="949576"/>
                  </a:lnTo>
                  <a:lnTo>
                    <a:pt x="3119048" y="1319147"/>
                  </a:lnTo>
                  <a:lnTo>
                    <a:pt x="2749478" y="1688717"/>
                  </a:lnTo>
                  <a:lnTo>
                    <a:pt x="2749478" y="1503932"/>
                  </a:lnTo>
                  <a:lnTo>
                    <a:pt x="2556128" y="1503932"/>
                  </a:lnTo>
                  <a:lnTo>
                    <a:pt x="2553431" y="1509057"/>
                  </a:lnTo>
                  <a:cubicBezTo>
                    <a:pt x="2541150" y="1527658"/>
                    <a:pt x="2526821" y="1545305"/>
                    <a:pt x="2510446" y="1561680"/>
                  </a:cubicBezTo>
                  <a:lnTo>
                    <a:pt x="1561679" y="2510447"/>
                  </a:lnTo>
                  <a:cubicBezTo>
                    <a:pt x="1430678" y="2641448"/>
                    <a:pt x="1218283" y="2641448"/>
                    <a:pt x="1087281" y="2510447"/>
                  </a:cubicBezTo>
                  <a:lnTo>
                    <a:pt x="98251" y="1521416"/>
                  </a:lnTo>
                  <a:cubicBezTo>
                    <a:pt x="-32751" y="1390415"/>
                    <a:pt x="-32751" y="1178020"/>
                    <a:pt x="98251" y="1047018"/>
                  </a:cubicBezTo>
                  <a:lnTo>
                    <a:pt x="1047018" y="98251"/>
                  </a:lnTo>
                  <a:cubicBezTo>
                    <a:pt x="1112518" y="32751"/>
                    <a:pt x="1198368" y="0"/>
                    <a:pt x="1284217" y="0"/>
                  </a:cubicBezTo>
                  <a:close/>
                </a:path>
              </a:pathLst>
            </a:custGeom>
            <a:solidFill>
              <a:srgbClr val="40ABF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2" name="Graphic 28" descr="Books">
              <a:extLst>
                <a:ext uri="{FF2B5EF4-FFF2-40B4-BE49-F238E27FC236}">
                  <a16:creationId xmlns:a16="http://schemas.microsoft.com/office/drawing/2014/main" id="{762E90CE-E9DE-4702-849C-E6040D3EA00B}"/>
                </a:ext>
              </a:extLst>
            </p:cNvPr>
            <p:cNvSpPr/>
            <p:nvPr/>
          </p:nvSpPr>
          <p:spPr>
            <a:xfrm>
              <a:off x="2197292" y="2708650"/>
              <a:ext cx="579498" cy="538594"/>
            </a:xfrm>
            <a:custGeom>
              <a:avLst/>
              <a:gdLst>
                <a:gd name="connsiteX0" fmla="*/ 265505 w 264881"/>
                <a:gd name="connsiteY0" fmla="*/ 87255 h 246183"/>
                <a:gd name="connsiteX1" fmla="*/ 249300 w 264881"/>
                <a:gd name="connsiteY1" fmla="*/ 81334 h 246183"/>
                <a:gd name="connsiteX2" fmla="*/ 249300 w 264881"/>
                <a:gd name="connsiteY2" fmla="*/ 47367 h 246183"/>
                <a:gd name="connsiteX3" fmla="*/ 265505 w 264881"/>
                <a:gd name="connsiteY3" fmla="*/ 40511 h 246183"/>
                <a:gd name="connsiteX4" fmla="*/ 155813 w 264881"/>
                <a:gd name="connsiteY4" fmla="*/ 0 h 246183"/>
                <a:gd name="connsiteX5" fmla="*/ 22437 w 264881"/>
                <a:gd name="connsiteY5" fmla="*/ 46744 h 246183"/>
                <a:gd name="connsiteX6" fmla="*/ 9349 w 264881"/>
                <a:gd name="connsiteY6" fmla="*/ 84139 h 246183"/>
                <a:gd name="connsiteX7" fmla="*/ 10907 w 264881"/>
                <a:gd name="connsiteY7" fmla="*/ 97850 h 246183"/>
                <a:gd name="connsiteX8" fmla="*/ 0 w 264881"/>
                <a:gd name="connsiteY8" fmla="*/ 133999 h 246183"/>
                <a:gd name="connsiteX9" fmla="*/ 9349 w 264881"/>
                <a:gd name="connsiteY9" fmla="*/ 161110 h 246183"/>
                <a:gd name="connsiteX10" fmla="*/ 8725 w 264881"/>
                <a:gd name="connsiteY10" fmla="*/ 180743 h 246183"/>
                <a:gd name="connsiteX11" fmla="*/ 24930 w 264881"/>
                <a:gd name="connsiteY11" fmla="*/ 211905 h 246183"/>
                <a:gd name="connsiteX12" fmla="*/ 111562 w 264881"/>
                <a:gd name="connsiteY12" fmla="*/ 247742 h 246183"/>
                <a:gd name="connsiteX13" fmla="*/ 264881 w 264881"/>
                <a:gd name="connsiteY13" fmla="*/ 184170 h 246183"/>
                <a:gd name="connsiteX14" fmla="*/ 248677 w 264881"/>
                <a:gd name="connsiteY14" fmla="*/ 178250 h 246183"/>
                <a:gd name="connsiteX15" fmla="*/ 248677 w 264881"/>
                <a:gd name="connsiteY15" fmla="*/ 143971 h 246183"/>
                <a:gd name="connsiteX16" fmla="*/ 264881 w 264881"/>
                <a:gd name="connsiteY16" fmla="*/ 137115 h 246183"/>
                <a:gd name="connsiteX17" fmla="*/ 239951 w 264881"/>
                <a:gd name="connsiteY17" fmla="*/ 127766 h 246183"/>
                <a:gd name="connsiteX18" fmla="*/ 239951 w 264881"/>
                <a:gd name="connsiteY18" fmla="*/ 97850 h 246183"/>
                <a:gd name="connsiteX19" fmla="*/ 265505 w 264881"/>
                <a:gd name="connsiteY19" fmla="*/ 87255 h 246183"/>
                <a:gd name="connsiteX20" fmla="*/ 26177 w 264881"/>
                <a:gd name="connsiteY20" fmla="*/ 68558 h 246183"/>
                <a:gd name="connsiteX21" fmla="*/ 112808 w 264881"/>
                <a:gd name="connsiteY21" fmla="*/ 102525 h 246183"/>
                <a:gd name="connsiteX22" fmla="*/ 237147 w 264881"/>
                <a:gd name="connsiteY22" fmla="*/ 52353 h 246183"/>
                <a:gd name="connsiteX23" fmla="*/ 237147 w 264881"/>
                <a:gd name="connsiteY23" fmla="*/ 79153 h 246183"/>
                <a:gd name="connsiteX24" fmla="*/ 112808 w 264881"/>
                <a:gd name="connsiteY24" fmla="*/ 130883 h 246183"/>
                <a:gd name="connsiteX25" fmla="*/ 26177 w 264881"/>
                <a:gd name="connsiteY25" fmla="*/ 96604 h 246183"/>
                <a:gd name="connsiteX26" fmla="*/ 26177 w 264881"/>
                <a:gd name="connsiteY26" fmla="*/ 68558 h 246183"/>
                <a:gd name="connsiteX27" fmla="*/ 236523 w 264881"/>
                <a:gd name="connsiteY27" fmla="*/ 176068 h 246183"/>
                <a:gd name="connsiteX28" fmla="*/ 112185 w 264881"/>
                <a:gd name="connsiteY28" fmla="*/ 227486 h 246183"/>
                <a:gd name="connsiteX29" fmla="*/ 25242 w 264881"/>
                <a:gd name="connsiteY29" fmla="*/ 193208 h 246183"/>
                <a:gd name="connsiteX30" fmla="*/ 25242 w 264881"/>
                <a:gd name="connsiteY30" fmla="*/ 168901 h 246183"/>
                <a:gd name="connsiteX31" fmla="*/ 102836 w 264881"/>
                <a:gd name="connsiteY31" fmla="*/ 200686 h 246183"/>
                <a:gd name="connsiteX32" fmla="*/ 236835 w 264881"/>
                <a:gd name="connsiteY32" fmla="*/ 147710 h 246183"/>
                <a:gd name="connsiteX33" fmla="*/ 236523 w 264881"/>
                <a:gd name="connsiteY33" fmla="*/ 176068 h 246183"/>
                <a:gd name="connsiteX34" fmla="*/ 227798 w 264881"/>
                <a:gd name="connsiteY34" fmla="*/ 129324 h 246183"/>
                <a:gd name="connsiteX35" fmla="*/ 103459 w 264881"/>
                <a:gd name="connsiteY35" fmla="*/ 180743 h 246183"/>
                <a:gd name="connsiteX36" fmla="*/ 16828 w 264881"/>
                <a:gd name="connsiteY36" fmla="*/ 146464 h 246183"/>
                <a:gd name="connsiteX37" fmla="*/ 16828 w 264881"/>
                <a:gd name="connsiteY37" fmla="*/ 118418 h 246183"/>
                <a:gd name="connsiteX38" fmla="*/ 105953 w 264881"/>
                <a:gd name="connsiteY38" fmla="*/ 153943 h 246183"/>
                <a:gd name="connsiteX39" fmla="*/ 228110 w 264881"/>
                <a:gd name="connsiteY39" fmla="*/ 102836 h 246183"/>
                <a:gd name="connsiteX40" fmla="*/ 228110 w 264881"/>
                <a:gd name="connsiteY40" fmla="*/ 129324 h 24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64881" h="246183">
                  <a:moveTo>
                    <a:pt x="265505" y="87255"/>
                  </a:moveTo>
                  <a:lnTo>
                    <a:pt x="249300" y="81334"/>
                  </a:lnTo>
                  <a:lnTo>
                    <a:pt x="249300" y="47367"/>
                  </a:lnTo>
                  <a:lnTo>
                    <a:pt x="265505" y="40511"/>
                  </a:lnTo>
                  <a:lnTo>
                    <a:pt x="155813" y="0"/>
                  </a:lnTo>
                  <a:lnTo>
                    <a:pt x="22437" y="46744"/>
                  </a:lnTo>
                  <a:cubicBezTo>
                    <a:pt x="9660" y="52976"/>
                    <a:pt x="9349" y="70116"/>
                    <a:pt x="9349" y="84139"/>
                  </a:cubicBezTo>
                  <a:cubicBezTo>
                    <a:pt x="9349" y="88813"/>
                    <a:pt x="9972" y="93488"/>
                    <a:pt x="10907" y="97850"/>
                  </a:cubicBezTo>
                  <a:cubicBezTo>
                    <a:pt x="312" y="104706"/>
                    <a:pt x="0" y="120599"/>
                    <a:pt x="0" y="133999"/>
                  </a:cubicBezTo>
                  <a:cubicBezTo>
                    <a:pt x="0" y="144906"/>
                    <a:pt x="2493" y="154878"/>
                    <a:pt x="9349" y="161110"/>
                  </a:cubicBezTo>
                  <a:cubicBezTo>
                    <a:pt x="7791" y="166408"/>
                    <a:pt x="8725" y="172952"/>
                    <a:pt x="8725" y="180743"/>
                  </a:cubicBezTo>
                  <a:cubicBezTo>
                    <a:pt x="8725" y="194766"/>
                    <a:pt x="12465" y="207542"/>
                    <a:pt x="24930" y="211905"/>
                  </a:cubicBezTo>
                  <a:lnTo>
                    <a:pt x="111562" y="247742"/>
                  </a:lnTo>
                  <a:lnTo>
                    <a:pt x="264881" y="184170"/>
                  </a:lnTo>
                  <a:lnTo>
                    <a:pt x="248677" y="178250"/>
                  </a:lnTo>
                  <a:lnTo>
                    <a:pt x="248677" y="143971"/>
                  </a:lnTo>
                  <a:lnTo>
                    <a:pt x="264881" y="137115"/>
                  </a:lnTo>
                  <a:lnTo>
                    <a:pt x="239951" y="127766"/>
                  </a:lnTo>
                  <a:lnTo>
                    <a:pt x="239951" y="97850"/>
                  </a:lnTo>
                  <a:lnTo>
                    <a:pt x="265505" y="87255"/>
                  </a:lnTo>
                  <a:close/>
                  <a:moveTo>
                    <a:pt x="26177" y="68558"/>
                  </a:moveTo>
                  <a:lnTo>
                    <a:pt x="112808" y="102525"/>
                  </a:lnTo>
                  <a:lnTo>
                    <a:pt x="237147" y="52353"/>
                  </a:lnTo>
                  <a:lnTo>
                    <a:pt x="237147" y="79153"/>
                  </a:lnTo>
                  <a:lnTo>
                    <a:pt x="112808" y="130883"/>
                  </a:lnTo>
                  <a:lnTo>
                    <a:pt x="26177" y="96604"/>
                  </a:lnTo>
                  <a:lnTo>
                    <a:pt x="26177" y="68558"/>
                  </a:lnTo>
                  <a:close/>
                  <a:moveTo>
                    <a:pt x="236523" y="176068"/>
                  </a:moveTo>
                  <a:lnTo>
                    <a:pt x="112185" y="227486"/>
                  </a:lnTo>
                  <a:lnTo>
                    <a:pt x="25242" y="193208"/>
                  </a:lnTo>
                  <a:lnTo>
                    <a:pt x="25242" y="168901"/>
                  </a:lnTo>
                  <a:lnTo>
                    <a:pt x="102836" y="200686"/>
                  </a:lnTo>
                  <a:lnTo>
                    <a:pt x="236835" y="147710"/>
                  </a:lnTo>
                  <a:lnTo>
                    <a:pt x="236523" y="176068"/>
                  </a:lnTo>
                  <a:close/>
                  <a:moveTo>
                    <a:pt x="227798" y="129324"/>
                  </a:moveTo>
                  <a:lnTo>
                    <a:pt x="103459" y="180743"/>
                  </a:lnTo>
                  <a:lnTo>
                    <a:pt x="16828" y="146464"/>
                  </a:lnTo>
                  <a:lnTo>
                    <a:pt x="16828" y="118418"/>
                  </a:lnTo>
                  <a:lnTo>
                    <a:pt x="105953" y="153943"/>
                  </a:lnTo>
                  <a:lnTo>
                    <a:pt x="228110" y="102836"/>
                  </a:lnTo>
                  <a:lnTo>
                    <a:pt x="228110" y="129324"/>
                  </a:lnTo>
                  <a:close/>
                </a:path>
              </a:pathLst>
            </a:custGeom>
            <a:solidFill>
              <a:srgbClr val="FFFFFF"/>
            </a:solidFill>
            <a:ln w="30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9377A384-F2D4-487C-80BC-7408998B8A7C}"/>
              </a:ext>
            </a:extLst>
          </p:cNvPr>
          <p:cNvGrpSpPr/>
          <p:nvPr/>
        </p:nvGrpSpPr>
        <p:grpSpPr>
          <a:xfrm>
            <a:off x="225176" y="4154801"/>
            <a:ext cx="2363452" cy="932458"/>
            <a:chOff x="1356805" y="3325188"/>
            <a:chExt cx="2363452" cy="932458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9D435767-439F-408F-9D4A-7E81845C5518}"/>
                </a:ext>
              </a:extLst>
            </p:cNvPr>
            <p:cNvSpPr/>
            <p:nvPr/>
          </p:nvSpPr>
          <p:spPr>
            <a:xfrm>
              <a:off x="1356805" y="3758022"/>
              <a:ext cx="2363452" cy="49962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ctr">
                <a:lnSpc>
                  <a:spcPct val="150000"/>
                </a:lnSpc>
                <a:defRPr/>
              </a:pPr>
              <a:endParaRPr lang="en-US" altLang="zh-CN" sz="20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19FFBEA9-9910-4F93-9405-2D28948D92FE}"/>
                </a:ext>
              </a:extLst>
            </p:cNvPr>
            <p:cNvSpPr/>
            <p:nvPr/>
          </p:nvSpPr>
          <p:spPr>
            <a:xfrm>
              <a:off x="1417544" y="3325188"/>
              <a:ext cx="2241974" cy="49962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注册</a:t>
              </a:r>
              <a:endParaRPr lang="en-US" altLang="zh-CN" sz="20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2521851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" presetClass="entr" presetSubtype="2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C7DE375-CF15-4CFC-8610-28B834AD8EBA}"/>
              </a:ext>
            </a:extLst>
          </p:cNvPr>
          <p:cNvGrpSpPr/>
          <p:nvPr/>
        </p:nvGrpSpPr>
        <p:grpSpPr>
          <a:xfrm>
            <a:off x="-423990" y="217893"/>
            <a:ext cx="2647177" cy="732549"/>
            <a:chOff x="-423990" y="217893"/>
            <a:chExt cx="2647177" cy="73254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EC48D24-8D4A-4837-9382-CA2E337D0D3B}"/>
                </a:ext>
              </a:extLst>
            </p:cNvPr>
            <p:cNvSpPr/>
            <p:nvPr/>
          </p:nvSpPr>
          <p:spPr>
            <a:xfrm rot="2700000" flipH="1">
              <a:off x="-290379" y="217893"/>
              <a:ext cx="721788" cy="721788"/>
            </a:xfrm>
            <a:prstGeom prst="roundRect">
              <a:avLst/>
            </a:prstGeom>
            <a:solidFill>
              <a:srgbClr val="40AB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24D9AF7-7B1D-4967-8F86-63746E969DF7}"/>
                </a:ext>
              </a:extLst>
            </p:cNvPr>
            <p:cNvSpPr/>
            <p:nvPr/>
          </p:nvSpPr>
          <p:spPr>
            <a:xfrm rot="2700000" flipH="1">
              <a:off x="-423990" y="228654"/>
              <a:ext cx="721788" cy="721788"/>
            </a:xfrm>
            <a:prstGeom prst="roundRect">
              <a:avLst/>
            </a:prstGeom>
            <a:solidFill>
              <a:srgbClr val="3B5AA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67EB210-6E19-4CEF-8985-B82A0242AEAB}"/>
                </a:ext>
              </a:extLst>
            </p:cNvPr>
            <p:cNvSpPr/>
            <p:nvPr/>
          </p:nvSpPr>
          <p:spPr>
            <a:xfrm>
              <a:off x="602230" y="297160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交易模块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91A9D97-1731-4744-A9D5-47B3D7BA308B}"/>
              </a:ext>
            </a:extLst>
          </p:cNvPr>
          <p:cNvGrpSpPr/>
          <p:nvPr/>
        </p:nvGrpSpPr>
        <p:grpSpPr>
          <a:xfrm>
            <a:off x="449180" y="6176210"/>
            <a:ext cx="577516" cy="336883"/>
            <a:chOff x="11101138" y="224590"/>
            <a:chExt cx="577516" cy="336883"/>
          </a:xfrm>
          <a:gradFill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73750766-F497-4C04-97CD-DF75E22F9B58}"/>
                </a:ext>
              </a:extLst>
            </p:cNvPr>
            <p:cNvGrpSpPr/>
            <p:nvPr/>
          </p:nvGrpSpPr>
          <p:grpSpPr>
            <a:xfrm>
              <a:off x="11101138" y="224590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F2AD23DE-9C77-4474-B5F8-457F04355F08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422E701E-5ED1-4F25-8822-B8F097C7414D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0899EE85-23C9-440C-B54B-401F6AFAE573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6CE92DFE-6EA8-42D9-B375-EECA974403F0}"/>
                </a:ext>
              </a:extLst>
            </p:cNvPr>
            <p:cNvGrpSpPr/>
            <p:nvPr/>
          </p:nvGrpSpPr>
          <p:grpSpPr>
            <a:xfrm>
              <a:off x="11101138" y="433137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22EF4141-C32B-42BA-BC58-6AA62EA36B04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57D20650-D759-41CE-AF90-F280E1FC2DA3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F1CFF2C9-00C3-4953-96BC-1F9BA6A1C49F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6E673144-A6B7-4AC8-9810-A24898BB78CA}"/>
              </a:ext>
            </a:extLst>
          </p:cNvPr>
          <p:cNvSpPr/>
          <p:nvPr/>
        </p:nvSpPr>
        <p:spPr>
          <a:xfrm flipV="1">
            <a:off x="10379242" y="4620506"/>
            <a:ext cx="1812757" cy="2237490"/>
          </a:xfrm>
          <a:custGeom>
            <a:avLst/>
            <a:gdLst>
              <a:gd name="connsiteX0" fmla="*/ 1267209 w 1267209"/>
              <a:gd name="connsiteY0" fmla="*/ 0 h 1620256"/>
              <a:gd name="connsiteX1" fmla="*/ 1267209 w 1267209"/>
              <a:gd name="connsiteY1" fmla="*/ 1620256 h 1620256"/>
              <a:gd name="connsiteX2" fmla="*/ 1244797 w 1267209"/>
              <a:gd name="connsiteY2" fmla="*/ 1613203 h 1620256"/>
              <a:gd name="connsiteX3" fmla="*/ 974486 w 1267209"/>
              <a:gd name="connsiteY3" fmla="*/ 1462269 h 1620256"/>
              <a:gd name="connsiteX4" fmla="*/ 799015 w 1267209"/>
              <a:gd name="connsiteY4" fmla="*/ 631459 h 1620256"/>
              <a:gd name="connsiteX5" fmla="*/ 51638 w 1267209"/>
              <a:gd name="connsiteY5" fmla="*/ 261537 h 1620256"/>
              <a:gd name="connsiteX6" fmla="*/ 0 w 1267209"/>
              <a:gd name="connsiteY6" fmla="*/ 71513 h 1620256"/>
              <a:gd name="connsiteX7" fmla="*/ 4845 w 1267209"/>
              <a:gd name="connsiteY7" fmla="*/ 0 h 162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7209" h="1620256">
                <a:moveTo>
                  <a:pt x="1267209" y="0"/>
                </a:moveTo>
                <a:lnTo>
                  <a:pt x="1267209" y="1620256"/>
                </a:lnTo>
                <a:lnTo>
                  <a:pt x="1244797" y="1613203"/>
                </a:lnTo>
                <a:cubicBezTo>
                  <a:pt x="1132041" y="1573564"/>
                  <a:pt x="1032319" y="1524229"/>
                  <a:pt x="974486" y="1462269"/>
                </a:cubicBezTo>
                <a:cubicBezTo>
                  <a:pt x="799015" y="1274276"/>
                  <a:pt x="952822" y="831581"/>
                  <a:pt x="799015" y="631459"/>
                </a:cubicBezTo>
                <a:cubicBezTo>
                  <a:pt x="645206" y="431338"/>
                  <a:pt x="163203" y="427295"/>
                  <a:pt x="51638" y="261537"/>
                </a:cubicBezTo>
                <a:cubicBezTo>
                  <a:pt x="16774" y="209737"/>
                  <a:pt x="1479" y="143034"/>
                  <a:pt x="0" y="71513"/>
                </a:cubicBezTo>
                <a:lnTo>
                  <a:pt x="4845" y="0"/>
                </a:lnTo>
                <a:close/>
              </a:path>
            </a:pathLst>
          </a:custGeom>
          <a:gradFill flip="none" rotWithShape="1"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27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E1987B6-4D21-47EC-B49C-8A1B211E75D7}"/>
              </a:ext>
            </a:extLst>
          </p:cNvPr>
          <p:cNvSpPr/>
          <p:nvPr/>
        </p:nvSpPr>
        <p:spPr>
          <a:xfrm rot="2700000">
            <a:off x="3051069" y="1610077"/>
            <a:ext cx="2075915" cy="2075915"/>
          </a:xfrm>
          <a:prstGeom prst="roundRect">
            <a:avLst/>
          </a:prstGeom>
          <a:noFill/>
          <a:ln w="15875">
            <a:solidFill>
              <a:srgbClr val="3B5A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BFAFC7A-3915-490B-A167-2837C715C990}"/>
              </a:ext>
            </a:extLst>
          </p:cNvPr>
          <p:cNvGrpSpPr/>
          <p:nvPr/>
        </p:nvGrpSpPr>
        <p:grpSpPr>
          <a:xfrm>
            <a:off x="-1327951" y="1292081"/>
            <a:ext cx="3303350" cy="722849"/>
            <a:chOff x="1498265" y="1813302"/>
            <a:chExt cx="4360095" cy="722849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3C9F36F4-FEF6-489A-A6F0-18E645CBBC50}"/>
                </a:ext>
              </a:extLst>
            </p:cNvPr>
            <p:cNvSpPr txBox="1"/>
            <p:nvPr/>
          </p:nvSpPr>
          <p:spPr>
            <a:xfrm>
              <a:off x="3500721" y="1813302"/>
              <a:ext cx="23576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r">
                <a:defRPr/>
              </a:pPr>
              <a:r>
                <a:rPr lang="zh-CN" altLang="en-US" sz="20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寻求书籍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A3094C6D-4152-4586-A160-196210118610}"/>
                </a:ext>
              </a:extLst>
            </p:cNvPr>
            <p:cNvSpPr txBox="1"/>
            <p:nvPr/>
          </p:nvSpPr>
          <p:spPr>
            <a:xfrm>
              <a:off x="1498265" y="2117960"/>
              <a:ext cx="4360094" cy="4181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r" hangingPunct="0">
                <a:lnSpc>
                  <a:spcPct val="150000"/>
                </a:lnSpc>
                <a:defRPr/>
              </a:pP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A22FE82-5553-4872-B3D9-4C79768F43FA}"/>
              </a:ext>
            </a:extLst>
          </p:cNvPr>
          <p:cNvGrpSpPr/>
          <p:nvPr/>
        </p:nvGrpSpPr>
        <p:grpSpPr>
          <a:xfrm>
            <a:off x="-1305195" y="2693243"/>
            <a:ext cx="3338054" cy="990502"/>
            <a:chOff x="1519440" y="2117960"/>
            <a:chExt cx="4405902" cy="990502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A0710AB9-857B-4705-983E-3EB43E04760B}"/>
                </a:ext>
              </a:extLst>
            </p:cNvPr>
            <p:cNvSpPr txBox="1"/>
            <p:nvPr/>
          </p:nvSpPr>
          <p:spPr>
            <a:xfrm>
              <a:off x="3567704" y="2708352"/>
              <a:ext cx="23576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r">
                <a:defRPr/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上架书籍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27119571-4844-43DD-B84D-07C156883F25}"/>
                </a:ext>
              </a:extLst>
            </p:cNvPr>
            <p:cNvSpPr txBox="1"/>
            <p:nvPr/>
          </p:nvSpPr>
          <p:spPr>
            <a:xfrm>
              <a:off x="1519440" y="2117960"/>
              <a:ext cx="4338919" cy="4181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r" hangingPunct="0">
                <a:lnSpc>
                  <a:spcPct val="150000"/>
                </a:lnSpc>
                <a:defRPr/>
              </a:pP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36" name="图片占位符 41">
            <a:extLst>
              <a:ext uri="{FF2B5EF4-FFF2-40B4-BE49-F238E27FC236}">
                <a16:creationId xmlns:a16="http://schemas.microsoft.com/office/drawing/2014/main" id="{A945B841-6742-4110-8AA5-8A736A3B67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61477" y="1520485"/>
            <a:ext cx="2255099" cy="2255099"/>
          </a:xfrm>
          <a:custGeom>
            <a:avLst/>
            <a:gdLst>
              <a:gd name="connsiteX0" fmla="*/ 861954 w 1723906"/>
              <a:gd name="connsiteY0" fmla="*/ 0 h 1723905"/>
              <a:gd name="connsiteX1" fmla="*/ 1021159 w 1723906"/>
              <a:gd name="connsiteY1" fmla="*/ 65945 h 1723905"/>
              <a:gd name="connsiteX2" fmla="*/ 1657962 w 1723906"/>
              <a:gd name="connsiteY2" fmla="*/ 702748 h 1723905"/>
              <a:gd name="connsiteX3" fmla="*/ 1657962 w 1723906"/>
              <a:gd name="connsiteY3" fmla="*/ 1021158 h 1723905"/>
              <a:gd name="connsiteX4" fmla="*/ 1021159 w 1723906"/>
              <a:gd name="connsiteY4" fmla="*/ 1657961 h 1723905"/>
              <a:gd name="connsiteX5" fmla="*/ 702749 w 1723906"/>
              <a:gd name="connsiteY5" fmla="*/ 1657961 h 1723905"/>
              <a:gd name="connsiteX6" fmla="*/ 65946 w 1723906"/>
              <a:gd name="connsiteY6" fmla="*/ 1021158 h 1723905"/>
              <a:gd name="connsiteX7" fmla="*/ 65946 w 1723906"/>
              <a:gd name="connsiteY7" fmla="*/ 702748 h 1723905"/>
              <a:gd name="connsiteX8" fmla="*/ 702749 w 1723906"/>
              <a:gd name="connsiteY8" fmla="*/ 65945 h 1723905"/>
              <a:gd name="connsiteX9" fmla="*/ 861954 w 1723906"/>
              <a:gd name="connsiteY9" fmla="*/ 0 h 1723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23906" h="1723905">
                <a:moveTo>
                  <a:pt x="861954" y="0"/>
                </a:moveTo>
                <a:cubicBezTo>
                  <a:pt x="919575" y="0"/>
                  <a:pt x="977195" y="21982"/>
                  <a:pt x="1021159" y="65945"/>
                </a:cubicBezTo>
                <a:lnTo>
                  <a:pt x="1657962" y="702748"/>
                </a:lnTo>
                <a:cubicBezTo>
                  <a:pt x="1745888" y="790674"/>
                  <a:pt x="1745888" y="933231"/>
                  <a:pt x="1657962" y="1021158"/>
                </a:cubicBezTo>
                <a:lnTo>
                  <a:pt x="1021159" y="1657961"/>
                </a:lnTo>
                <a:cubicBezTo>
                  <a:pt x="933232" y="1745887"/>
                  <a:pt x="790675" y="1745887"/>
                  <a:pt x="702749" y="1657961"/>
                </a:cubicBezTo>
                <a:lnTo>
                  <a:pt x="65946" y="1021158"/>
                </a:lnTo>
                <a:cubicBezTo>
                  <a:pt x="-21981" y="933231"/>
                  <a:pt x="-21981" y="790674"/>
                  <a:pt x="65946" y="702748"/>
                </a:cubicBezTo>
                <a:lnTo>
                  <a:pt x="702749" y="65945"/>
                </a:lnTo>
                <a:cubicBezTo>
                  <a:pt x="746712" y="21982"/>
                  <a:pt x="804333" y="0"/>
                  <a:pt x="861954" y="0"/>
                </a:cubicBezTo>
                <a:close/>
              </a:path>
            </a:pathLst>
          </a:custGeom>
        </p:spPr>
      </p:pic>
      <p:grpSp>
        <p:nvGrpSpPr>
          <p:cNvPr id="40" name="组合 39">
            <a:extLst>
              <a:ext uri="{FF2B5EF4-FFF2-40B4-BE49-F238E27FC236}">
                <a16:creationId xmlns:a16="http://schemas.microsoft.com/office/drawing/2014/main" id="{0A61CAE0-9D5C-41DF-BFE1-D78C8631F81D}"/>
              </a:ext>
            </a:extLst>
          </p:cNvPr>
          <p:cNvGrpSpPr/>
          <p:nvPr/>
        </p:nvGrpSpPr>
        <p:grpSpPr>
          <a:xfrm>
            <a:off x="2330747" y="3232251"/>
            <a:ext cx="586844" cy="586844"/>
            <a:chOff x="4192798" y="4333480"/>
            <a:chExt cx="586844" cy="586844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4C3DCDB6-FB63-47ED-BA9A-7EBEAB64B0BE}"/>
                </a:ext>
              </a:extLst>
            </p:cNvPr>
            <p:cNvSpPr/>
            <p:nvPr/>
          </p:nvSpPr>
          <p:spPr>
            <a:xfrm>
              <a:off x="4192798" y="4333480"/>
              <a:ext cx="586844" cy="586844"/>
            </a:xfrm>
            <a:prstGeom prst="roundRect">
              <a:avLst/>
            </a:prstGeom>
            <a:solidFill>
              <a:srgbClr val="40AB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97CB96FB-1AAD-45C2-99DC-43B1024EB273}"/>
                </a:ext>
              </a:extLst>
            </p:cNvPr>
            <p:cNvGrpSpPr/>
            <p:nvPr/>
          </p:nvGrpSpPr>
          <p:grpSpPr>
            <a:xfrm>
              <a:off x="4378714" y="4480171"/>
              <a:ext cx="215012" cy="293463"/>
              <a:chOff x="19934497" y="3257999"/>
              <a:chExt cx="405892" cy="553988"/>
            </a:xfrm>
            <a:solidFill>
              <a:schemeClr val="bg1"/>
            </a:solidFill>
          </p:grpSpPr>
          <p:sp>
            <p:nvSpPr>
              <p:cNvPr id="43" name="Freeform 210">
                <a:extLst>
                  <a:ext uri="{FF2B5EF4-FFF2-40B4-BE49-F238E27FC236}">
                    <a16:creationId xmlns:a16="http://schemas.microsoft.com/office/drawing/2014/main" id="{04F22797-8364-41EE-A57D-8260F4565150}"/>
                  </a:ext>
                </a:extLst>
              </p:cNvPr>
              <p:cNvSpPr/>
              <p:nvPr/>
            </p:nvSpPr>
            <p:spPr>
              <a:xfrm>
                <a:off x="19934497" y="3257999"/>
                <a:ext cx="405892" cy="5539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4826" y="0"/>
                      <a:pt x="0" y="3544"/>
                      <a:pt x="0" y="7931"/>
                    </a:cubicBezTo>
                    <a:cubicBezTo>
                      <a:pt x="0" y="9112"/>
                      <a:pt x="460" y="10462"/>
                      <a:pt x="1379" y="11644"/>
                    </a:cubicBezTo>
                    <a:cubicBezTo>
                      <a:pt x="5055" y="17044"/>
                      <a:pt x="5055" y="17044"/>
                      <a:pt x="5055" y="17044"/>
                    </a:cubicBezTo>
                    <a:cubicBezTo>
                      <a:pt x="5285" y="20587"/>
                      <a:pt x="5285" y="20587"/>
                      <a:pt x="5285" y="20587"/>
                    </a:cubicBezTo>
                    <a:cubicBezTo>
                      <a:pt x="5285" y="21094"/>
                      <a:pt x="5745" y="21600"/>
                      <a:pt x="6664" y="21600"/>
                    </a:cubicBezTo>
                    <a:cubicBezTo>
                      <a:pt x="15166" y="21600"/>
                      <a:pt x="15166" y="21600"/>
                      <a:pt x="15166" y="21600"/>
                    </a:cubicBezTo>
                    <a:cubicBezTo>
                      <a:pt x="15855" y="21600"/>
                      <a:pt x="16545" y="21094"/>
                      <a:pt x="16545" y="20587"/>
                    </a:cubicBezTo>
                    <a:cubicBezTo>
                      <a:pt x="16545" y="16875"/>
                      <a:pt x="16545" y="16875"/>
                      <a:pt x="16545" y="16875"/>
                    </a:cubicBezTo>
                    <a:cubicBezTo>
                      <a:pt x="20221" y="11644"/>
                      <a:pt x="20221" y="11644"/>
                      <a:pt x="20221" y="11644"/>
                    </a:cubicBezTo>
                    <a:cubicBezTo>
                      <a:pt x="21140" y="10462"/>
                      <a:pt x="21600" y="9112"/>
                      <a:pt x="21600" y="7931"/>
                    </a:cubicBezTo>
                    <a:cubicBezTo>
                      <a:pt x="21600" y="3544"/>
                      <a:pt x="16774" y="0"/>
                      <a:pt x="10800" y="0"/>
                    </a:cubicBezTo>
                    <a:close/>
                    <a:moveTo>
                      <a:pt x="15396" y="20756"/>
                    </a:moveTo>
                    <a:cubicBezTo>
                      <a:pt x="6204" y="20756"/>
                      <a:pt x="6204" y="20756"/>
                      <a:pt x="6204" y="20756"/>
                    </a:cubicBezTo>
                    <a:cubicBezTo>
                      <a:pt x="6204" y="19069"/>
                      <a:pt x="6204" y="19069"/>
                      <a:pt x="6204" y="19069"/>
                    </a:cubicBezTo>
                    <a:cubicBezTo>
                      <a:pt x="15396" y="19069"/>
                      <a:pt x="15396" y="19069"/>
                      <a:pt x="15396" y="19069"/>
                    </a:cubicBezTo>
                    <a:lnTo>
                      <a:pt x="15396" y="20756"/>
                    </a:lnTo>
                    <a:close/>
                    <a:moveTo>
                      <a:pt x="15396" y="18225"/>
                    </a:moveTo>
                    <a:cubicBezTo>
                      <a:pt x="6204" y="18225"/>
                      <a:pt x="6204" y="18225"/>
                      <a:pt x="6204" y="18225"/>
                    </a:cubicBezTo>
                    <a:cubicBezTo>
                      <a:pt x="6204" y="16537"/>
                      <a:pt x="6204" y="16537"/>
                      <a:pt x="6204" y="16537"/>
                    </a:cubicBezTo>
                    <a:cubicBezTo>
                      <a:pt x="15396" y="16537"/>
                      <a:pt x="15396" y="16537"/>
                      <a:pt x="15396" y="16537"/>
                    </a:cubicBezTo>
                    <a:lnTo>
                      <a:pt x="15396" y="18225"/>
                    </a:lnTo>
                    <a:close/>
                    <a:moveTo>
                      <a:pt x="20221" y="9619"/>
                    </a:moveTo>
                    <a:cubicBezTo>
                      <a:pt x="19991" y="10294"/>
                      <a:pt x="19762" y="10800"/>
                      <a:pt x="19302" y="11306"/>
                    </a:cubicBezTo>
                    <a:cubicBezTo>
                      <a:pt x="16085" y="15862"/>
                      <a:pt x="16085" y="15862"/>
                      <a:pt x="16085" y="15862"/>
                    </a:cubicBezTo>
                    <a:cubicBezTo>
                      <a:pt x="5515" y="15862"/>
                      <a:pt x="5515" y="15862"/>
                      <a:pt x="5515" y="15862"/>
                    </a:cubicBezTo>
                    <a:cubicBezTo>
                      <a:pt x="2298" y="11306"/>
                      <a:pt x="2298" y="11306"/>
                      <a:pt x="2298" y="11306"/>
                    </a:cubicBezTo>
                    <a:cubicBezTo>
                      <a:pt x="1838" y="10800"/>
                      <a:pt x="1609" y="10294"/>
                      <a:pt x="1379" y="9619"/>
                    </a:cubicBezTo>
                    <a:cubicBezTo>
                      <a:pt x="1149" y="9112"/>
                      <a:pt x="1149" y="8437"/>
                      <a:pt x="1149" y="7931"/>
                    </a:cubicBezTo>
                    <a:cubicBezTo>
                      <a:pt x="1149" y="6919"/>
                      <a:pt x="1379" y="5906"/>
                      <a:pt x="1838" y="5063"/>
                    </a:cubicBezTo>
                    <a:cubicBezTo>
                      <a:pt x="2298" y="4219"/>
                      <a:pt x="2987" y="3544"/>
                      <a:pt x="3906" y="2869"/>
                    </a:cubicBezTo>
                    <a:cubicBezTo>
                      <a:pt x="4826" y="2194"/>
                      <a:pt x="5974" y="1688"/>
                      <a:pt x="7123" y="1350"/>
                    </a:cubicBezTo>
                    <a:cubicBezTo>
                      <a:pt x="9421" y="506"/>
                      <a:pt x="12179" y="506"/>
                      <a:pt x="14477" y="1350"/>
                    </a:cubicBezTo>
                    <a:cubicBezTo>
                      <a:pt x="15626" y="1688"/>
                      <a:pt x="16774" y="2194"/>
                      <a:pt x="17694" y="2869"/>
                    </a:cubicBezTo>
                    <a:cubicBezTo>
                      <a:pt x="18613" y="3544"/>
                      <a:pt x="19302" y="4219"/>
                      <a:pt x="19762" y="5063"/>
                    </a:cubicBezTo>
                    <a:cubicBezTo>
                      <a:pt x="20221" y="5906"/>
                      <a:pt x="20451" y="6919"/>
                      <a:pt x="20451" y="7931"/>
                    </a:cubicBezTo>
                    <a:cubicBezTo>
                      <a:pt x="20451" y="8437"/>
                      <a:pt x="20451" y="9112"/>
                      <a:pt x="20221" y="9619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endParaRPr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4" name="Freeform 211">
                <a:extLst>
                  <a:ext uri="{FF2B5EF4-FFF2-40B4-BE49-F238E27FC236}">
                    <a16:creationId xmlns:a16="http://schemas.microsoft.com/office/drawing/2014/main" id="{9EC6C02F-EAB5-4FFB-A610-6A1BA526797D}"/>
                  </a:ext>
                </a:extLst>
              </p:cNvPr>
              <p:cNvSpPr/>
              <p:nvPr/>
            </p:nvSpPr>
            <p:spPr>
              <a:xfrm>
                <a:off x="19998487" y="3323819"/>
                <a:ext cx="148097" cy="1462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329" y="0"/>
                    </a:moveTo>
                    <a:cubicBezTo>
                      <a:pt x="8894" y="0"/>
                      <a:pt x="0" y="8894"/>
                      <a:pt x="0" y="20329"/>
                    </a:cubicBezTo>
                    <a:cubicBezTo>
                      <a:pt x="0" y="20965"/>
                      <a:pt x="635" y="21600"/>
                      <a:pt x="1271" y="21600"/>
                    </a:cubicBezTo>
                    <a:cubicBezTo>
                      <a:pt x="2541" y="21600"/>
                      <a:pt x="3176" y="20965"/>
                      <a:pt x="3176" y="20329"/>
                    </a:cubicBezTo>
                    <a:cubicBezTo>
                      <a:pt x="3176" y="15247"/>
                      <a:pt x="4447" y="10800"/>
                      <a:pt x="8259" y="7624"/>
                    </a:cubicBezTo>
                    <a:cubicBezTo>
                      <a:pt x="11435" y="4447"/>
                      <a:pt x="15882" y="2541"/>
                      <a:pt x="20329" y="2541"/>
                    </a:cubicBezTo>
                    <a:cubicBezTo>
                      <a:pt x="20965" y="2541"/>
                      <a:pt x="21600" y="1906"/>
                      <a:pt x="21600" y="1271"/>
                    </a:cubicBezTo>
                    <a:cubicBezTo>
                      <a:pt x="21600" y="635"/>
                      <a:pt x="20965" y="0"/>
                      <a:pt x="20329" y="0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endParaRPr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AC50A758-1EB6-4F43-91AD-BF0AD2B17390}"/>
              </a:ext>
            </a:extLst>
          </p:cNvPr>
          <p:cNvGrpSpPr/>
          <p:nvPr/>
        </p:nvGrpSpPr>
        <p:grpSpPr>
          <a:xfrm>
            <a:off x="2185825" y="1296196"/>
            <a:ext cx="586844" cy="586844"/>
            <a:chOff x="4192798" y="2216646"/>
            <a:chExt cx="586844" cy="586844"/>
          </a:xfrm>
        </p:grpSpPr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AA545343-DCE9-439E-A697-F133630C04F2}"/>
                </a:ext>
              </a:extLst>
            </p:cNvPr>
            <p:cNvSpPr/>
            <p:nvPr/>
          </p:nvSpPr>
          <p:spPr>
            <a:xfrm>
              <a:off x="4192798" y="2216646"/>
              <a:ext cx="586844" cy="586844"/>
            </a:xfrm>
            <a:prstGeom prst="roundRect">
              <a:avLst/>
            </a:prstGeom>
            <a:solidFill>
              <a:srgbClr val="3B5A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10AEAFF1-D835-4FCC-8958-9C8B4CAE3B09}"/>
                </a:ext>
              </a:extLst>
            </p:cNvPr>
            <p:cNvGrpSpPr/>
            <p:nvPr/>
          </p:nvGrpSpPr>
          <p:grpSpPr>
            <a:xfrm>
              <a:off x="4340062" y="2373990"/>
              <a:ext cx="292317" cy="272156"/>
              <a:chOff x="13220087" y="3276282"/>
              <a:chExt cx="551824" cy="513765"/>
            </a:xfrm>
            <a:solidFill>
              <a:schemeClr val="bg1"/>
            </a:solidFill>
          </p:grpSpPr>
          <p:sp>
            <p:nvSpPr>
              <p:cNvPr id="48" name="Freeform 225">
                <a:extLst>
                  <a:ext uri="{FF2B5EF4-FFF2-40B4-BE49-F238E27FC236}">
                    <a16:creationId xmlns:a16="http://schemas.microsoft.com/office/drawing/2014/main" id="{EA424566-44DD-4F54-9938-912AAE1E8C17}"/>
                  </a:ext>
                </a:extLst>
              </p:cNvPr>
              <p:cNvSpPr/>
              <p:nvPr/>
            </p:nvSpPr>
            <p:spPr>
              <a:xfrm>
                <a:off x="13292139" y="3366953"/>
                <a:ext cx="405892" cy="4230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45" extrusionOk="0">
                    <a:moveTo>
                      <a:pt x="11260" y="165"/>
                    </a:moveTo>
                    <a:cubicBezTo>
                      <a:pt x="11030" y="-55"/>
                      <a:pt x="10570" y="-55"/>
                      <a:pt x="10340" y="165"/>
                    </a:cubicBezTo>
                    <a:cubicBezTo>
                      <a:pt x="230" y="9863"/>
                      <a:pt x="230" y="9863"/>
                      <a:pt x="230" y="9863"/>
                    </a:cubicBezTo>
                    <a:cubicBezTo>
                      <a:pt x="230" y="10084"/>
                      <a:pt x="230" y="10084"/>
                      <a:pt x="230" y="10084"/>
                    </a:cubicBezTo>
                    <a:cubicBezTo>
                      <a:pt x="0" y="10084"/>
                      <a:pt x="0" y="10304"/>
                      <a:pt x="0" y="10304"/>
                    </a:cubicBezTo>
                    <a:cubicBezTo>
                      <a:pt x="0" y="20223"/>
                      <a:pt x="0" y="20223"/>
                      <a:pt x="0" y="20223"/>
                    </a:cubicBezTo>
                    <a:cubicBezTo>
                      <a:pt x="0" y="21104"/>
                      <a:pt x="689" y="21545"/>
                      <a:pt x="1379" y="21545"/>
                    </a:cubicBezTo>
                    <a:cubicBezTo>
                      <a:pt x="20221" y="21545"/>
                      <a:pt x="20221" y="21545"/>
                      <a:pt x="20221" y="21545"/>
                    </a:cubicBezTo>
                    <a:cubicBezTo>
                      <a:pt x="20911" y="21545"/>
                      <a:pt x="21600" y="21104"/>
                      <a:pt x="21600" y="20223"/>
                    </a:cubicBezTo>
                    <a:cubicBezTo>
                      <a:pt x="21600" y="10304"/>
                      <a:pt x="21600" y="10304"/>
                      <a:pt x="21600" y="10304"/>
                    </a:cubicBezTo>
                    <a:cubicBezTo>
                      <a:pt x="21600" y="10084"/>
                      <a:pt x="21600" y="10084"/>
                      <a:pt x="21370" y="9863"/>
                    </a:cubicBezTo>
                    <a:lnTo>
                      <a:pt x="11260" y="165"/>
                    </a:lnTo>
                    <a:close/>
                    <a:moveTo>
                      <a:pt x="20451" y="20663"/>
                    </a:moveTo>
                    <a:cubicBezTo>
                      <a:pt x="1149" y="20663"/>
                      <a:pt x="1149" y="20663"/>
                      <a:pt x="1149" y="20663"/>
                    </a:cubicBezTo>
                    <a:cubicBezTo>
                      <a:pt x="1149" y="10525"/>
                      <a:pt x="1149" y="10525"/>
                      <a:pt x="1149" y="10525"/>
                    </a:cubicBezTo>
                    <a:cubicBezTo>
                      <a:pt x="10800" y="1267"/>
                      <a:pt x="10800" y="1267"/>
                      <a:pt x="10800" y="1267"/>
                    </a:cubicBezTo>
                    <a:cubicBezTo>
                      <a:pt x="20451" y="10525"/>
                      <a:pt x="20451" y="10525"/>
                      <a:pt x="20451" y="10525"/>
                    </a:cubicBezTo>
                    <a:lnTo>
                      <a:pt x="20451" y="20663"/>
                    </a:ln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endParaRPr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9" name="Freeform 226">
                <a:extLst>
                  <a:ext uri="{FF2B5EF4-FFF2-40B4-BE49-F238E27FC236}">
                    <a16:creationId xmlns:a16="http://schemas.microsoft.com/office/drawing/2014/main" id="{DF9BC023-655C-492F-889D-D27B41B1E8DE}"/>
                  </a:ext>
                </a:extLst>
              </p:cNvPr>
              <p:cNvSpPr/>
              <p:nvPr/>
            </p:nvSpPr>
            <p:spPr>
              <a:xfrm>
                <a:off x="13220087" y="3276282"/>
                <a:ext cx="551824" cy="2878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16" h="21519" extrusionOk="0">
                    <a:moveTo>
                      <a:pt x="21389" y="20310"/>
                    </a:moveTo>
                    <a:cubicBezTo>
                      <a:pt x="11095" y="322"/>
                      <a:pt x="11095" y="322"/>
                      <a:pt x="11095" y="322"/>
                    </a:cubicBezTo>
                    <a:cubicBezTo>
                      <a:pt x="10927" y="322"/>
                      <a:pt x="10927" y="0"/>
                      <a:pt x="10758" y="0"/>
                    </a:cubicBezTo>
                    <a:cubicBezTo>
                      <a:pt x="10589" y="0"/>
                      <a:pt x="10589" y="322"/>
                      <a:pt x="10420" y="322"/>
                    </a:cubicBezTo>
                    <a:cubicBezTo>
                      <a:pt x="10420" y="322"/>
                      <a:pt x="127" y="20310"/>
                      <a:pt x="127" y="20310"/>
                    </a:cubicBezTo>
                    <a:cubicBezTo>
                      <a:pt x="-42" y="20633"/>
                      <a:pt x="-42" y="20955"/>
                      <a:pt x="127" y="21278"/>
                    </a:cubicBezTo>
                    <a:cubicBezTo>
                      <a:pt x="296" y="21600"/>
                      <a:pt x="464" y="21600"/>
                      <a:pt x="633" y="21278"/>
                    </a:cubicBezTo>
                    <a:cubicBezTo>
                      <a:pt x="10758" y="1934"/>
                      <a:pt x="10758" y="1934"/>
                      <a:pt x="10758" y="1934"/>
                    </a:cubicBezTo>
                    <a:cubicBezTo>
                      <a:pt x="20883" y="21278"/>
                      <a:pt x="20883" y="21278"/>
                      <a:pt x="20883" y="21278"/>
                    </a:cubicBezTo>
                    <a:cubicBezTo>
                      <a:pt x="21052" y="21600"/>
                      <a:pt x="21220" y="21600"/>
                      <a:pt x="21389" y="21278"/>
                    </a:cubicBezTo>
                    <a:cubicBezTo>
                      <a:pt x="21558" y="20955"/>
                      <a:pt x="21558" y="20633"/>
                      <a:pt x="21389" y="20310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endParaRPr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FDF49CA6-A3A5-4E8F-B31D-5D5A120BE3C5}"/>
              </a:ext>
            </a:extLst>
          </p:cNvPr>
          <p:cNvGrpSpPr/>
          <p:nvPr/>
        </p:nvGrpSpPr>
        <p:grpSpPr>
          <a:xfrm>
            <a:off x="5639426" y="2125764"/>
            <a:ext cx="586844" cy="586844"/>
            <a:chOff x="7412358" y="2216646"/>
            <a:chExt cx="586844" cy="586844"/>
          </a:xfrm>
        </p:grpSpPr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B0D43F4A-6F10-4728-BCE8-BD9D66615F28}"/>
                </a:ext>
              </a:extLst>
            </p:cNvPr>
            <p:cNvSpPr/>
            <p:nvPr/>
          </p:nvSpPr>
          <p:spPr>
            <a:xfrm>
              <a:off x="7412358" y="2216646"/>
              <a:ext cx="586844" cy="586844"/>
            </a:xfrm>
            <a:prstGeom prst="roundRect">
              <a:avLst/>
            </a:prstGeom>
            <a:solidFill>
              <a:srgbClr val="40AB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65CEC661-D37C-4228-99FA-B831D1108960}"/>
                </a:ext>
              </a:extLst>
            </p:cNvPr>
            <p:cNvGrpSpPr/>
            <p:nvPr/>
          </p:nvGrpSpPr>
          <p:grpSpPr>
            <a:xfrm>
              <a:off x="7559819" y="2363623"/>
              <a:ext cx="291923" cy="292890"/>
              <a:chOff x="9898742" y="3257999"/>
              <a:chExt cx="551080" cy="552906"/>
            </a:xfrm>
            <a:solidFill>
              <a:schemeClr val="bg1"/>
            </a:solidFill>
          </p:grpSpPr>
          <p:sp>
            <p:nvSpPr>
              <p:cNvPr id="58" name="Freeform 231">
                <a:extLst>
                  <a:ext uri="{FF2B5EF4-FFF2-40B4-BE49-F238E27FC236}">
                    <a16:creationId xmlns:a16="http://schemas.microsoft.com/office/drawing/2014/main" id="{AA83064A-2441-4C02-8764-2E065654C11C}"/>
                  </a:ext>
                </a:extLst>
              </p:cNvPr>
              <p:cNvSpPr/>
              <p:nvPr/>
            </p:nvSpPr>
            <p:spPr>
              <a:xfrm>
                <a:off x="9898742" y="3257999"/>
                <a:ext cx="551080" cy="5529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58" h="21558" extrusionOk="0">
                    <a:moveTo>
                      <a:pt x="21431" y="20925"/>
                    </a:moveTo>
                    <a:cubicBezTo>
                      <a:pt x="14850" y="14175"/>
                      <a:pt x="14850" y="14175"/>
                      <a:pt x="14850" y="14175"/>
                    </a:cubicBezTo>
                    <a:cubicBezTo>
                      <a:pt x="15019" y="14006"/>
                      <a:pt x="15019" y="14006"/>
                      <a:pt x="15019" y="14006"/>
                    </a:cubicBezTo>
                    <a:cubicBezTo>
                      <a:pt x="16369" y="12487"/>
                      <a:pt x="17044" y="10462"/>
                      <a:pt x="17044" y="8437"/>
                    </a:cubicBezTo>
                    <a:cubicBezTo>
                      <a:pt x="17044" y="3713"/>
                      <a:pt x="13162" y="0"/>
                      <a:pt x="8438" y="0"/>
                    </a:cubicBezTo>
                    <a:cubicBezTo>
                      <a:pt x="6244" y="0"/>
                      <a:pt x="4050" y="844"/>
                      <a:pt x="2531" y="2531"/>
                    </a:cubicBezTo>
                    <a:cubicBezTo>
                      <a:pt x="844" y="4050"/>
                      <a:pt x="0" y="6244"/>
                      <a:pt x="0" y="8437"/>
                    </a:cubicBezTo>
                    <a:cubicBezTo>
                      <a:pt x="0" y="13162"/>
                      <a:pt x="3881" y="17044"/>
                      <a:pt x="8438" y="17044"/>
                    </a:cubicBezTo>
                    <a:cubicBezTo>
                      <a:pt x="10631" y="17044"/>
                      <a:pt x="12487" y="16200"/>
                      <a:pt x="14175" y="14850"/>
                    </a:cubicBezTo>
                    <a:cubicBezTo>
                      <a:pt x="14344" y="14850"/>
                      <a:pt x="14344" y="14850"/>
                      <a:pt x="14344" y="14850"/>
                    </a:cubicBezTo>
                    <a:cubicBezTo>
                      <a:pt x="20925" y="21431"/>
                      <a:pt x="20925" y="21431"/>
                      <a:pt x="20925" y="21431"/>
                    </a:cubicBezTo>
                    <a:cubicBezTo>
                      <a:pt x="21094" y="21600"/>
                      <a:pt x="21262" y="21600"/>
                      <a:pt x="21431" y="21431"/>
                    </a:cubicBezTo>
                    <a:cubicBezTo>
                      <a:pt x="21600" y="21262"/>
                      <a:pt x="21600" y="21094"/>
                      <a:pt x="21431" y="20925"/>
                    </a:cubicBezTo>
                    <a:close/>
                    <a:moveTo>
                      <a:pt x="14006" y="14006"/>
                    </a:moveTo>
                    <a:cubicBezTo>
                      <a:pt x="13331" y="14681"/>
                      <a:pt x="12487" y="15187"/>
                      <a:pt x="11475" y="15694"/>
                    </a:cubicBezTo>
                    <a:cubicBezTo>
                      <a:pt x="10631" y="16031"/>
                      <a:pt x="9619" y="16200"/>
                      <a:pt x="8438" y="16200"/>
                    </a:cubicBezTo>
                    <a:cubicBezTo>
                      <a:pt x="7425" y="16200"/>
                      <a:pt x="6413" y="16031"/>
                      <a:pt x="5569" y="15694"/>
                    </a:cubicBezTo>
                    <a:cubicBezTo>
                      <a:pt x="4556" y="15187"/>
                      <a:pt x="3713" y="14681"/>
                      <a:pt x="3038" y="14006"/>
                    </a:cubicBezTo>
                    <a:cubicBezTo>
                      <a:pt x="2363" y="13331"/>
                      <a:pt x="1688" y="12487"/>
                      <a:pt x="1350" y="11475"/>
                    </a:cubicBezTo>
                    <a:cubicBezTo>
                      <a:pt x="1013" y="10631"/>
                      <a:pt x="844" y="9619"/>
                      <a:pt x="844" y="8437"/>
                    </a:cubicBezTo>
                    <a:cubicBezTo>
                      <a:pt x="844" y="7425"/>
                      <a:pt x="1013" y="6412"/>
                      <a:pt x="1350" y="5400"/>
                    </a:cubicBezTo>
                    <a:cubicBezTo>
                      <a:pt x="1688" y="4556"/>
                      <a:pt x="2363" y="3713"/>
                      <a:pt x="3038" y="3038"/>
                    </a:cubicBezTo>
                    <a:cubicBezTo>
                      <a:pt x="3713" y="2363"/>
                      <a:pt x="4556" y="1688"/>
                      <a:pt x="5569" y="1350"/>
                    </a:cubicBezTo>
                    <a:cubicBezTo>
                      <a:pt x="7425" y="506"/>
                      <a:pt x="9619" y="506"/>
                      <a:pt x="11475" y="1350"/>
                    </a:cubicBezTo>
                    <a:cubicBezTo>
                      <a:pt x="12487" y="1688"/>
                      <a:pt x="13331" y="2363"/>
                      <a:pt x="14006" y="3038"/>
                    </a:cubicBezTo>
                    <a:cubicBezTo>
                      <a:pt x="14681" y="3713"/>
                      <a:pt x="15187" y="4556"/>
                      <a:pt x="15694" y="5400"/>
                    </a:cubicBezTo>
                    <a:cubicBezTo>
                      <a:pt x="16031" y="6412"/>
                      <a:pt x="16200" y="7425"/>
                      <a:pt x="16200" y="8437"/>
                    </a:cubicBezTo>
                    <a:cubicBezTo>
                      <a:pt x="16200" y="9619"/>
                      <a:pt x="16031" y="10631"/>
                      <a:pt x="15694" y="11475"/>
                    </a:cubicBezTo>
                    <a:cubicBezTo>
                      <a:pt x="15187" y="12487"/>
                      <a:pt x="14681" y="13331"/>
                      <a:pt x="14006" y="14006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endParaRPr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9" name="Freeform 232">
                <a:extLst>
                  <a:ext uri="{FF2B5EF4-FFF2-40B4-BE49-F238E27FC236}">
                    <a16:creationId xmlns:a16="http://schemas.microsoft.com/office/drawing/2014/main" id="{AA7F9173-D45D-4AAA-87D8-619B04673DC9}"/>
                  </a:ext>
                </a:extLst>
              </p:cNvPr>
              <p:cNvSpPr/>
              <p:nvPr/>
            </p:nvSpPr>
            <p:spPr>
              <a:xfrm>
                <a:off x="9962734" y="3323819"/>
                <a:ext cx="164551" cy="1627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463" y="0"/>
                    </a:moveTo>
                    <a:cubicBezTo>
                      <a:pt x="9095" y="0"/>
                      <a:pt x="0" y="9095"/>
                      <a:pt x="0" y="20463"/>
                    </a:cubicBezTo>
                    <a:cubicBezTo>
                      <a:pt x="0" y="21032"/>
                      <a:pt x="568" y="21600"/>
                      <a:pt x="1137" y="21600"/>
                    </a:cubicBezTo>
                    <a:cubicBezTo>
                      <a:pt x="2274" y="21600"/>
                      <a:pt x="2842" y="21032"/>
                      <a:pt x="2842" y="20463"/>
                    </a:cubicBezTo>
                    <a:cubicBezTo>
                      <a:pt x="2842" y="15347"/>
                      <a:pt x="4547" y="10800"/>
                      <a:pt x="7958" y="7958"/>
                    </a:cubicBezTo>
                    <a:cubicBezTo>
                      <a:pt x="11368" y="4547"/>
                      <a:pt x="15347" y="2274"/>
                      <a:pt x="20463" y="2274"/>
                    </a:cubicBezTo>
                    <a:cubicBezTo>
                      <a:pt x="21032" y="2274"/>
                      <a:pt x="21600" y="1705"/>
                      <a:pt x="21600" y="1137"/>
                    </a:cubicBezTo>
                    <a:cubicBezTo>
                      <a:pt x="21600" y="568"/>
                      <a:pt x="21032" y="0"/>
                      <a:pt x="20463" y="0"/>
                    </a:cubicBezTo>
                    <a:close/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/>
              <a:p>
                <a:endParaRPr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60" name="文本框 59">
            <a:extLst>
              <a:ext uri="{FF2B5EF4-FFF2-40B4-BE49-F238E27FC236}">
                <a16:creationId xmlns:a16="http://schemas.microsoft.com/office/drawing/2014/main" id="{A4FBD273-B1DF-4B32-A9FA-3719D6D131FF}"/>
              </a:ext>
            </a:extLst>
          </p:cNvPr>
          <p:cNvSpPr txBox="1"/>
          <p:nvPr/>
        </p:nvSpPr>
        <p:spPr>
          <a:xfrm>
            <a:off x="5897266" y="2150652"/>
            <a:ext cx="17862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交换书籍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B281310-10A2-44CC-92A3-24C9E7551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142" y="3642453"/>
            <a:ext cx="4007311" cy="2870640"/>
          </a:xfrm>
          <a:prstGeom prst="rect">
            <a:avLst/>
          </a:prstGeom>
        </p:spPr>
      </p:pic>
      <p:grpSp>
        <p:nvGrpSpPr>
          <p:cNvPr id="65" name="组合 64">
            <a:extLst>
              <a:ext uri="{FF2B5EF4-FFF2-40B4-BE49-F238E27FC236}">
                <a16:creationId xmlns:a16="http://schemas.microsoft.com/office/drawing/2014/main" id="{D32D53A1-BF7C-4685-8C5D-583CD5A82D17}"/>
              </a:ext>
            </a:extLst>
          </p:cNvPr>
          <p:cNvGrpSpPr/>
          <p:nvPr/>
        </p:nvGrpSpPr>
        <p:grpSpPr>
          <a:xfrm>
            <a:off x="7447547" y="216333"/>
            <a:ext cx="4166937" cy="529389"/>
            <a:chOff x="2021305" y="1980965"/>
            <a:chExt cx="3529263" cy="529389"/>
          </a:xfrm>
        </p:grpSpPr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10D27119-07F4-43C3-A3D5-1A4AF3F0DB33}"/>
                </a:ext>
              </a:extLst>
            </p:cNvPr>
            <p:cNvSpPr txBox="1"/>
            <p:nvPr/>
          </p:nvSpPr>
          <p:spPr>
            <a:xfrm>
              <a:off x="2239879" y="2107159"/>
              <a:ext cx="219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基于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二手书交易平台 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|</a:t>
              </a:r>
              <a:endParaRPr lang="zh-CN" altLang="en-US" sz="1200" dirty="0">
                <a:solidFill>
                  <a:srgbClr val="40ABFA"/>
                </a:solidFill>
                <a:cs typeface="+mn-ea"/>
                <a:sym typeface="+mn-lt"/>
              </a:endParaRPr>
            </a:p>
          </p:txBody>
        </p:sp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D22FEB85-17AD-4BD9-B13A-4F7452460C3B}"/>
                </a:ext>
              </a:extLst>
            </p:cNvPr>
            <p:cNvSpPr/>
            <p:nvPr/>
          </p:nvSpPr>
          <p:spPr>
            <a:xfrm>
              <a:off x="2021305" y="1980965"/>
              <a:ext cx="3529263" cy="52938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68" name="图形 67">
              <a:extLst>
                <a:ext uri="{FF2B5EF4-FFF2-40B4-BE49-F238E27FC236}">
                  <a16:creationId xmlns:a16="http://schemas.microsoft.com/office/drawing/2014/main" id="{8CD13408-5469-42F5-8471-1C9DEB367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02870" y="2040119"/>
              <a:ext cx="411080" cy="4110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03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750"/>
                            </p:stCondLst>
                            <p:childTnLst>
                              <p:par>
                                <p:cTn id="37" presetID="2" presetClass="entr" presetSubtype="2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C7DE375-CF15-4CFC-8610-28B834AD8EBA}"/>
              </a:ext>
            </a:extLst>
          </p:cNvPr>
          <p:cNvGrpSpPr/>
          <p:nvPr/>
        </p:nvGrpSpPr>
        <p:grpSpPr>
          <a:xfrm>
            <a:off x="-423990" y="217893"/>
            <a:ext cx="2647177" cy="732549"/>
            <a:chOff x="-423990" y="217893"/>
            <a:chExt cx="2647177" cy="73254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EC48D24-8D4A-4837-9382-CA2E337D0D3B}"/>
                </a:ext>
              </a:extLst>
            </p:cNvPr>
            <p:cNvSpPr/>
            <p:nvPr/>
          </p:nvSpPr>
          <p:spPr>
            <a:xfrm rot="2700000" flipH="1">
              <a:off x="-290379" y="217893"/>
              <a:ext cx="721788" cy="721788"/>
            </a:xfrm>
            <a:prstGeom prst="roundRect">
              <a:avLst/>
            </a:prstGeom>
            <a:solidFill>
              <a:srgbClr val="40AB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24D9AF7-7B1D-4967-8F86-63746E969DF7}"/>
                </a:ext>
              </a:extLst>
            </p:cNvPr>
            <p:cNvSpPr/>
            <p:nvPr/>
          </p:nvSpPr>
          <p:spPr>
            <a:xfrm rot="2700000" flipH="1">
              <a:off x="-423990" y="228654"/>
              <a:ext cx="721788" cy="721788"/>
            </a:xfrm>
            <a:prstGeom prst="roundRect">
              <a:avLst/>
            </a:prstGeom>
            <a:solidFill>
              <a:srgbClr val="3B5AA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67EB210-6E19-4CEF-8985-B82A0242AEAB}"/>
                </a:ext>
              </a:extLst>
            </p:cNvPr>
            <p:cNvSpPr/>
            <p:nvPr/>
          </p:nvSpPr>
          <p:spPr>
            <a:xfrm>
              <a:off x="602230" y="297160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管理模块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91A9D97-1731-4744-A9D5-47B3D7BA308B}"/>
              </a:ext>
            </a:extLst>
          </p:cNvPr>
          <p:cNvGrpSpPr/>
          <p:nvPr/>
        </p:nvGrpSpPr>
        <p:grpSpPr>
          <a:xfrm>
            <a:off x="449180" y="6176210"/>
            <a:ext cx="577516" cy="336883"/>
            <a:chOff x="11101138" y="224590"/>
            <a:chExt cx="577516" cy="336883"/>
          </a:xfrm>
          <a:gradFill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73750766-F497-4C04-97CD-DF75E22F9B58}"/>
                </a:ext>
              </a:extLst>
            </p:cNvPr>
            <p:cNvGrpSpPr/>
            <p:nvPr/>
          </p:nvGrpSpPr>
          <p:grpSpPr>
            <a:xfrm>
              <a:off x="11101138" y="224590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F2AD23DE-9C77-4474-B5F8-457F04355F08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422E701E-5ED1-4F25-8822-B8F097C7414D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0899EE85-23C9-440C-B54B-401F6AFAE573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6CE92DFE-6EA8-42D9-B375-EECA974403F0}"/>
                </a:ext>
              </a:extLst>
            </p:cNvPr>
            <p:cNvGrpSpPr/>
            <p:nvPr/>
          </p:nvGrpSpPr>
          <p:grpSpPr>
            <a:xfrm>
              <a:off x="11101138" y="433137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22EF4141-C32B-42BA-BC58-6AA62EA36B04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57D20650-D759-41CE-AF90-F280E1FC2DA3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F1CFF2C9-00C3-4953-96BC-1F9BA6A1C49F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6E673144-A6B7-4AC8-9810-A24898BB78CA}"/>
              </a:ext>
            </a:extLst>
          </p:cNvPr>
          <p:cNvSpPr/>
          <p:nvPr/>
        </p:nvSpPr>
        <p:spPr>
          <a:xfrm flipV="1">
            <a:off x="10379242" y="4620506"/>
            <a:ext cx="1812757" cy="2237490"/>
          </a:xfrm>
          <a:custGeom>
            <a:avLst/>
            <a:gdLst>
              <a:gd name="connsiteX0" fmla="*/ 1267209 w 1267209"/>
              <a:gd name="connsiteY0" fmla="*/ 0 h 1620256"/>
              <a:gd name="connsiteX1" fmla="*/ 1267209 w 1267209"/>
              <a:gd name="connsiteY1" fmla="*/ 1620256 h 1620256"/>
              <a:gd name="connsiteX2" fmla="*/ 1244797 w 1267209"/>
              <a:gd name="connsiteY2" fmla="*/ 1613203 h 1620256"/>
              <a:gd name="connsiteX3" fmla="*/ 974486 w 1267209"/>
              <a:gd name="connsiteY3" fmla="*/ 1462269 h 1620256"/>
              <a:gd name="connsiteX4" fmla="*/ 799015 w 1267209"/>
              <a:gd name="connsiteY4" fmla="*/ 631459 h 1620256"/>
              <a:gd name="connsiteX5" fmla="*/ 51638 w 1267209"/>
              <a:gd name="connsiteY5" fmla="*/ 261537 h 1620256"/>
              <a:gd name="connsiteX6" fmla="*/ 0 w 1267209"/>
              <a:gd name="connsiteY6" fmla="*/ 71513 h 1620256"/>
              <a:gd name="connsiteX7" fmla="*/ 4845 w 1267209"/>
              <a:gd name="connsiteY7" fmla="*/ 0 h 162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7209" h="1620256">
                <a:moveTo>
                  <a:pt x="1267209" y="0"/>
                </a:moveTo>
                <a:lnTo>
                  <a:pt x="1267209" y="1620256"/>
                </a:lnTo>
                <a:lnTo>
                  <a:pt x="1244797" y="1613203"/>
                </a:lnTo>
                <a:cubicBezTo>
                  <a:pt x="1132041" y="1573564"/>
                  <a:pt x="1032319" y="1524229"/>
                  <a:pt x="974486" y="1462269"/>
                </a:cubicBezTo>
                <a:cubicBezTo>
                  <a:pt x="799015" y="1274276"/>
                  <a:pt x="952822" y="831581"/>
                  <a:pt x="799015" y="631459"/>
                </a:cubicBezTo>
                <a:cubicBezTo>
                  <a:pt x="645206" y="431338"/>
                  <a:pt x="163203" y="427295"/>
                  <a:pt x="51638" y="261537"/>
                </a:cubicBezTo>
                <a:cubicBezTo>
                  <a:pt x="16774" y="209737"/>
                  <a:pt x="1479" y="143034"/>
                  <a:pt x="0" y="71513"/>
                </a:cubicBezTo>
                <a:lnTo>
                  <a:pt x="4845" y="0"/>
                </a:lnTo>
                <a:close/>
              </a:path>
            </a:pathLst>
          </a:custGeom>
          <a:gradFill flip="none" rotWithShape="1"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27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3094C6D-4152-4586-A160-196210118610}"/>
              </a:ext>
            </a:extLst>
          </p:cNvPr>
          <p:cNvSpPr txBox="1"/>
          <p:nvPr/>
        </p:nvSpPr>
        <p:spPr>
          <a:xfrm>
            <a:off x="831717" y="2589379"/>
            <a:ext cx="3303349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hangingPunct="0">
              <a:lnSpc>
                <a:spcPct val="150000"/>
              </a:lnSpc>
              <a:defRPr/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880D9CD-4494-4D52-9586-A971E5D34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39" y="1089169"/>
            <a:ext cx="7088604" cy="3478761"/>
          </a:xfrm>
          <a:prstGeom prst="rect">
            <a:avLst/>
          </a:prstGeom>
        </p:spPr>
      </p:pic>
      <p:grpSp>
        <p:nvGrpSpPr>
          <p:cNvPr id="54" name="组合 53">
            <a:extLst>
              <a:ext uri="{FF2B5EF4-FFF2-40B4-BE49-F238E27FC236}">
                <a16:creationId xmlns:a16="http://schemas.microsoft.com/office/drawing/2014/main" id="{8E27D301-DA8B-40B4-8E25-F49F1453B208}"/>
              </a:ext>
            </a:extLst>
          </p:cNvPr>
          <p:cNvGrpSpPr/>
          <p:nvPr/>
        </p:nvGrpSpPr>
        <p:grpSpPr>
          <a:xfrm>
            <a:off x="7447547" y="216333"/>
            <a:ext cx="4166937" cy="529389"/>
            <a:chOff x="2021305" y="1980965"/>
            <a:chExt cx="3529263" cy="529389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304D325A-B75D-495A-AD08-4FE8DEE54D15}"/>
                </a:ext>
              </a:extLst>
            </p:cNvPr>
            <p:cNvSpPr txBox="1"/>
            <p:nvPr/>
          </p:nvSpPr>
          <p:spPr>
            <a:xfrm>
              <a:off x="2239879" y="2107159"/>
              <a:ext cx="219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基于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二手书交易平台 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|</a:t>
              </a:r>
              <a:endParaRPr lang="zh-CN" altLang="en-US" sz="1200" dirty="0">
                <a:solidFill>
                  <a:srgbClr val="40ABFA"/>
                </a:solidFill>
                <a:cs typeface="+mn-ea"/>
                <a:sym typeface="+mn-lt"/>
              </a:endParaRPr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5AD45623-8F98-4D43-AABB-75D8DB1C9064}"/>
                </a:ext>
              </a:extLst>
            </p:cNvPr>
            <p:cNvSpPr/>
            <p:nvPr/>
          </p:nvSpPr>
          <p:spPr>
            <a:xfrm>
              <a:off x="2021305" y="1980965"/>
              <a:ext cx="3529263" cy="52938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63" name="图形 62">
              <a:extLst>
                <a:ext uri="{FF2B5EF4-FFF2-40B4-BE49-F238E27FC236}">
                  <a16:creationId xmlns:a16="http://schemas.microsoft.com/office/drawing/2014/main" id="{28BB163E-67D9-4387-828B-4F4E7A49A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02870" y="2040119"/>
              <a:ext cx="411080" cy="4110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5027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7CF94C11-D7C5-4C89-9187-499D54CA6042}"/>
              </a:ext>
            </a:extLst>
          </p:cNvPr>
          <p:cNvSpPr/>
          <p:nvPr/>
        </p:nvSpPr>
        <p:spPr>
          <a:xfrm flipH="1">
            <a:off x="-3625516" y="2967789"/>
            <a:ext cx="15817516" cy="4309311"/>
          </a:xfrm>
          <a:custGeom>
            <a:avLst/>
            <a:gdLst>
              <a:gd name="connsiteX0" fmla="*/ 9262035 w 12192000"/>
              <a:gd name="connsiteY0" fmla="*/ 524 h 3733799"/>
              <a:gd name="connsiteX1" fmla="*/ 10724838 w 12192000"/>
              <a:gd name="connsiteY1" fmla="*/ 536169 h 3733799"/>
              <a:gd name="connsiteX2" fmla="*/ 12118293 w 12192000"/>
              <a:gd name="connsiteY2" fmla="*/ 1133797 h 3733799"/>
              <a:gd name="connsiteX3" fmla="*/ 12192000 w 12192000"/>
              <a:gd name="connsiteY3" fmla="*/ 1141226 h 3733799"/>
              <a:gd name="connsiteX4" fmla="*/ 12192000 w 12192000"/>
              <a:gd name="connsiteY4" fmla="*/ 3733799 h 3733799"/>
              <a:gd name="connsiteX5" fmla="*/ 0 w 12192000"/>
              <a:gd name="connsiteY5" fmla="*/ 3733799 h 3733799"/>
              <a:gd name="connsiteX6" fmla="*/ 0 w 12192000"/>
              <a:gd name="connsiteY6" fmla="*/ 2044617 h 3733799"/>
              <a:gd name="connsiteX7" fmla="*/ 59075 w 12192000"/>
              <a:gd name="connsiteY7" fmla="*/ 2081444 h 3733799"/>
              <a:gd name="connsiteX8" fmla="*/ 1327269 w 12192000"/>
              <a:gd name="connsiteY8" fmla="*/ 1977000 h 3733799"/>
              <a:gd name="connsiteX9" fmla="*/ 7250856 w 12192000"/>
              <a:gd name="connsiteY9" fmla="*/ 1395612 h 3733799"/>
              <a:gd name="connsiteX10" fmla="*/ 9262035 w 12192000"/>
              <a:gd name="connsiteY10" fmla="*/ 524 h 373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3733799">
                <a:moveTo>
                  <a:pt x="9262035" y="524"/>
                </a:moveTo>
                <a:cubicBezTo>
                  <a:pt x="9668911" y="-10661"/>
                  <a:pt x="10127283" y="157003"/>
                  <a:pt x="10724838" y="536169"/>
                </a:cubicBezTo>
                <a:cubicBezTo>
                  <a:pt x="11361364" y="914018"/>
                  <a:pt x="11800751" y="1086239"/>
                  <a:pt x="12118293" y="1133797"/>
                </a:cubicBezTo>
                <a:lnTo>
                  <a:pt x="12192000" y="1141226"/>
                </a:lnTo>
                <a:lnTo>
                  <a:pt x="12192000" y="3733799"/>
                </a:lnTo>
                <a:lnTo>
                  <a:pt x="0" y="3733799"/>
                </a:lnTo>
                <a:lnTo>
                  <a:pt x="0" y="2044617"/>
                </a:lnTo>
                <a:lnTo>
                  <a:pt x="59075" y="2081444"/>
                </a:lnTo>
                <a:cubicBezTo>
                  <a:pt x="383198" y="2264096"/>
                  <a:pt x="784719" y="2276054"/>
                  <a:pt x="1327269" y="1977000"/>
                </a:cubicBezTo>
                <a:cubicBezTo>
                  <a:pt x="3509642" y="965892"/>
                  <a:pt x="4437524" y="4188794"/>
                  <a:pt x="7250856" y="1395612"/>
                </a:cubicBezTo>
                <a:cubicBezTo>
                  <a:pt x="8048832" y="534591"/>
                  <a:pt x="8583909" y="19161"/>
                  <a:pt x="9262035" y="524"/>
                </a:cubicBezTo>
                <a:close/>
              </a:path>
            </a:pathLst>
          </a:custGeom>
          <a:gradFill flip="none" rotWithShape="1">
            <a:gsLst>
              <a:gs pos="700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wrap="square" lIns="80632" tIns="40316" rIns="80632" bIns="40316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" name="图片 3" descr="图片包含 游戏机, 乐高, 玩具&#10;&#10;描述已自动生成">
            <a:extLst>
              <a:ext uri="{FF2B5EF4-FFF2-40B4-BE49-F238E27FC236}">
                <a16:creationId xmlns:a16="http://schemas.microsoft.com/office/drawing/2014/main" id="{1B6B4506-D61D-4DE3-821C-FD034A1333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3" t="1839" r="20680" b="3129"/>
          <a:stretch/>
        </p:blipFill>
        <p:spPr>
          <a:xfrm>
            <a:off x="0" y="944827"/>
            <a:ext cx="4232293" cy="4968346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5009BD08-5833-491A-8F45-1A78D0A8F6F4}"/>
              </a:ext>
            </a:extLst>
          </p:cNvPr>
          <p:cNvGrpSpPr/>
          <p:nvPr/>
        </p:nvGrpSpPr>
        <p:grpSpPr>
          <a:xfrm>
            <a:off x="4272972" y="2395178"/>
            <a:ext cx="1611338" cy="1835927"/>
            <a:chOff x="6791582" y="879197"/>
            <a:chExt cx="1611338" cy="1835927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B126BA60-C337-444C-925C-F58E37F2609A}"/>
                </a:ext>
              </a:extLst>
            </p:cNvPr>
            <p:cNvGrpSpPr/>
            <p:nvPr/>
          </p:nvGrpSpPr>
          <p:grpSpPr>
            <a:xfrm>
              <a:off x="6791582" y="879197"/>
              <a:ext cx="1611338" cy="1835927"/>
              <a:chOff x="6791582" y="879197"/>
              <a:chExt cx="1611338" cy="1835927"/>
            </a:xfrm>
          </p:grpSpPr>
          <p:sp>
            <p:nvSpPr>
              <p:cNvPr id="11" name="菱形 10">
                <a:extLst>
                  <a:ext uri="{FF2B5EF4-FFF2-40B4-BE49-F238E27FC236}">
                    <a16:creationId xmlns:a16="http://schemas.microsoft.com/office/drawing/2014/main" id="{864041CC-4DE5-4724-BDD2-9F0A12A083C5}"/>
                  </a:ext>
                </a:extLst>
              </p:cNvPr>
              <p:cNvSpPr/>
              <p:nvPr/>
            </p:nvSpPr>
            <p:spPr>
              <a:xfrm>
                <a:off x="6791582" y="879197"/>
                <a:ext cx="1611338" cy="1611338"/>
              </a:xfrm>
              <a:prstGeom prst="diamond">
                <a:avLst/>
              </a:prstGeom>
              <a:solidFill>
                <a:srgbClr val="40AB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" name="菱形 11">
                <a:extLst>
                  <a:ext uri="{FF2B5EF4-FFF2-40B4-BE49-F238E27FC236}">
                    <a16:creationId xmlns:a16="http://schemas.microsoft.com/office/drawing/2014/main" id="{F248DF4A-41EE-4ED5-AF65-F515037FDAA5}"/>
                  </a:ext>
                </a:extLst>
              </p:cNvPr>
              <p:cNvSpPr/>
              <p:nvPr/>
            </p:nvSpPr>
            <p:spPr>
              <a:xfrm>
                <a:off x="6791582" y="1103786"/>
                <a:ext cx="1611338" cy="1611338"/>
              </a:xfrm>
              <a:prstGeom prst="diamond">
                <a:avLst/>
              </a:prstGeom>
              <a:solidFill>
                <a:srgbClr val="3B5A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6BA6146-AA3F-4AA1-9E53-1DC78BA1202B}"/>
                </a:ext>
              </a:extLst>
            </p:cNvPr>
            <p:cNvSpPr/>
            <p:nvPr/>
          </p:nvSpPr>
          <p:spPr>
            <a:xfrm>
              <a:off x="7063594" y="1457657"/>
              <a:ext cx="1085554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03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02E16369-EBF2-40F3-8EC6-07E905BD5E97}"/>
              </a:ext>
            </a:extLst>
          </p:cNvPr>
          <p:cNvSpPr txBox="1"/>
          <p:nvPr/>
        </p:nvSpPr>
        <p:spPr>
          <a:xfrm>
            <a:off x="6307692" y="2866414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/>
              <a:t>软件设计</a:t>
            </a:r>
          </a:p>
        </p:txBody>
      </p:sp>
    </p:spTree>
    <p:extLst>
      <p:ext uri="{BB962C8B-B14F-4D97-AF65-F5344CB8AC3E}">
        <p14:creationId xmlns:p14="http://schemas.microsoft.com/office/powerpoint/2010/main" val="91131031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C7DE375-CF15-4CFC-8610-28B834AD8EBA}"/>
              </a:ext>
            </a:extLst>
          </p:cNvPr>
          <p:cNvGrpSpPr/>
          <p:nvPr/>
        </p:nvGrpSpPr>
        <p:grpSpPr>
          <a:xfrm>
            <a:off x="-423990" y="217893"/>
            <a:ext cx="2647177" cy="732549"/>
            <a:chOff x="-423990" y="217893"/>
            <a:chExt cx="2647177" cy="73254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EC48D24-8D4A-4837-9382-CA2E337D0D3B}"/>
                </a:ext>
              </a:extLst>
            </p:cNvPr>
            <p:cNvSpPr/>
            <p:nvPr/>
          </p:nvSpPr>
          <p:spPr>
            <a:xfrm rot="2700000" flipH="1">
              <a:off x="-290379" y="217893"/>
              <a:ext cx="721788" cy="721788"/>
            </a:xfrm>
            <a:prstGeom prst="roundRect">
              <a:avLst/>
            </a:prstGeom>
            <a:solidFill>
              <a:srgbClr val="40AB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24D9AF7-7B1D-4967-8F86-63746E969DF7}"/>
                </a:ext>
              </a:extLst>
            </p:cNvPr>
            <p:cNvSpPr/>
            <p:nvPr/>
          </p:nvSpPr>
          <p:spPr>
            <a:xfrm rot="2700000" flipH="1">
              <a:off x="-423990" y="228654"/>
              <a:ext cx="721788" cy="721788"/>
            </a:xfrm>
            <a:prstGeom prst="roundRect">
              <a:avLst/>
            </a:prstGeom>
            <a:solidFill>
              <a:srgbClr val="3B5AA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67EB210-6E19-4CEF-8985-B82A0242AEAB}"/>
                </a:ext>
              </a:extLst>
            </p:cNvPr>
            <p:cNvSpPr/>
            <p:nvPr/>
          </p:nvSpPr>
          <p:spPr>
            <a:xfrm>
              <a:off x="602230" y="297160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solidFill>
                    <a:srgbClr val="000000">
                      <a:lumMod val="75000"/>
                      <a:lumOff val="25000"/>
                    </a:srgbClr>
                  </a:solidFill>
                  <a:cs typeface="+mn-ea"/>
                  <a:sym typeface="+mn-lt"/>
                </a:rPr>
                <a:t>软件设计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A681129-5521-4D09-8DDA-ACEEA88BC578}"/>
              </a:ext>
            </a:extLst>
          </p:cNvPr>
          <p:cNvGrpSpPr/>
          <p:nvPr/>
        </p:nvGrpSpPr>
        <p:grpSpPr>
          <a:xfrm>
            <a:off x="449180" y="6176210"/>
            <a:ext cx="577516" cy="336883"/>
            <a:chOff x="11101138" y="224590"/>
            <a:chExt cx="577516" cy="336883"/>
          </a:xfrm>
          <a:gradFill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B5B5E82F-C442-44C7-8C95-010BE1F884A2}"/>
                </a:ext>
              </a:extLst>
            </p:cNvPr>
            <p:cNvGrpSpPr/>
            <p:nvPr/>
          </p:nvGrpSpPr>
          <p:grpSpPr>
            <a:xfrm>
              <a:off x="11101138" y="224590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E016705D-B086-4680-997D-2D4B06F4DF54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9A21CF13-0784-4771-A6C9-664DD0E9FDD2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8893865-B235-4C6F-894C-CF6E4E0AA73D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77615871-06C0-4DA6-A9B0-BF3F293E80F8}"/>
                </a:ext>
              </a:extLst>
            </p:cNvPr>
            <p:cNvGrpSpPr/>
            <p:nvPr/>
          </p:nvGrpSpPr>
          <p:grpSpPr>
            <a:xfrm>
              <a:off x="11101138" y="433137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CE121D74-DE8B-4259-B76B-FC5EB7ABDB3F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3F6E43B1-F998-4F90-9A02-992496BB73C0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A2B27A21-6D08-478A-B6AB-52C0555A9235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81408A4D-D006-46ED-B179-EFE66799039F}"/>
              </a:ext>
            </a:extLst>
          </p:cNvPr>
          <p:cNvSpPr/>
          <p:nvPr/>
        </p:nvSpPr>
        <p:spPr>
          <a:xfrm flipV="1">
            <a:off x="10379242" y="4620506"/>
            <a:ext cx="1812757" cy="2237490"/>
          </a:xfrm>
          <a:custGeom>
            <a:avLst/>
            <a:gdLst>
              <a:gd name="connsiteX0" fmla="*/ 1267209 w 1267209"/>
              <a:gd name="connsiteY0" fmla="*/ 0 h 1620256"/>
              <a:gd name="connsiteX1" fmla="*/ 1267209 w 1267209"/>
              <a:gd name="connsiteY1" fmla="*/ 1620256 h 1620256"/>
              <a:gd name="connsiteX2" fmla="*/ 1244797 w 1267209"/>
              <a:gd name="connsiteY2" fmla="*/ 1613203 h 1620256"/>
              <a:gd name="connsiteX3" fmla="*/ 974486 w 1267209"/>
              <a:gd name="connsiteY3" fmla="*/ 1462269 h 1620256"/>
              <a:gd name="connsiteX4" fmla="*/ 799015 w 1267209"/>
              <a:gd name="connsiteY4" fmla="*/ 631459 h 1620256"/>
              <a:gd name="connsiteX5" fmla="*/ 51638 w 1267209"/>
              <a:gd name="connsiteY5" fmla="*/ 261537 h 1620256"/>
              <a:gd name="connsiteX6" fmla="*/ 0 w 1267209"/>
              <a:gd name="connsiteY6" fmla="*/ 71513 h 1620256"/>
              <a:gd name="connsiteX7" fmla="*/ 4845 w 1267209"/>
              <a:gd name="connsiteY7" fmla="*/ 0 h 162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7209" h="1620256">
                <a:moveTo>
                  <a:pt x="1267209" y="0"/>
                </a:moveTo>
                <a:lnTo>
                  <a:pt x="1267209" y="1620256"/>
                </a:lnTo>
                <a:lnTo>
                  <a:pt x="1244797" y="1613203"/>
                </a:lnTo>
                <a:cubicBezTo>
                  <a:pt x="1132041" y="1573564"/>
                  <a:pt x="1032319" y="1524229"/>
                  <a:pt x="974486" y="1462269"/>
                </a:cubicBezTo>
                <a:cubicBezTo>
                  <a:pt x="799015" y="1274276"/>
                  <a:pt x="952822" y="831581"/>
                  <a:pt x="799015" y="631459"/>
                </a:cubicBezTo>
                <a:cubicBezTo>
                  <a:pt x="645206" y="431338"/>
                  <a:pt x="163203" y="427295"/>
                  <a:pt x="51638" y="261537"/>
                </a:cubicBezTo>
                <a:cubicBezTo>
                  <a:pt x="16774" y="209737"/>
                  <a:pt x="1479" y="143034"/>
                  <a:pt x="0" y="71513"/>
                </a:cubicBezTo>
                <a:lnTo>
                  <a:pt x="4845" y="0"/>
                </a:lnTo>
                <a:close/>
              </a:path>
            </a:pathLst>
          </a:custGeom>
          <a:gradFill flip="none" rotWithShape="1"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27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0EC0B07B-B643-40FE-B79C-3C4E637971FA}"/>
              </a:ext>
            </a:extLst>
          </p:cNvPr>
          <p:cNvGrpSpPr/>
          <p:nvPr/>
        </p:nvGrpSpPr>
        <p:grpSpPr>
          <a:xfrm>
            <a:off x="246722" y="1908956"/>
            <a:ext cx="6986065" cy="3387225"/>
            <a:chOff x="-3023786" y="2003048"/>
            <a:chExt cx="6986065" cy="3387225"/>
          </a:xfrm>
        </p:grpSpPr>
        <p:sp>
          <p:nvSpPr>
            <p:cNvPr id="47" name="î$ľíḑe">
              <a:extLst>
                <a:ext uri="{FF2B5EF4-FFF2-40B4-BE49-F238E27FC236}">
                  <a16:creationId xmlns:a16="http://schemas.microsoft.com/office/drawing/2014/main" id="{74FD2608-EF14-4374-A925-E83B99CCE5EE}"/>
                </a:ext>
              </a:extLst>
            </p:cNvPr>
            <p:cNvSpPr/>
            <p:nvPr/>
          </p:nvSpPr>
          <p:spPr>
            <a:xfrm>
              <a:off x="-3023786" y="2003048"/>
              <a:ext cx="3409190" cy="3387225"/>
            </a:xfrm>
            <a:prstGeom prst="parallelogram">
              <a:avLst/>
            </a:prstGeom>
            <a:solidFill>
              <a:srgbClr val="3B5AA7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0" dist="101600" dir="2700000" sx="102000" sy="102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3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HTML</a:t>
              </a:r>
              <a:r>
                <a:rPr kumimoji="0" lang="zh-CN" altLang="en-US" sz="2000" b="0" i="0" u="none" strike="noStrike" kern="1200" cap="none" spc="3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，</a:t>
              </a:r>
              <a:r>
                <a:rPr kumimoji="0" lang="en-US" altLang="zh-CN" sz="2000" b="0" i="0" u="none" strike="noStrike" kern="1200" cap="none" spc="3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CSS</a:t>
              </a:r>
              <a:r>
                <a:rPr kumimoji="0" lang="zh-CN" altLang="en-US" sz="2000" b="0" i="0" u="none" strike="noStrike" kern="1200" cap="none" spc="3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，</a:t>
              </a:r>
              <a:r>
                <a:rPr kumimoji="0" lang="en-US" altLang="zh-CN" sz="2000" b="0" i="0" u="none" strike="noStrike" kern="1200" cap="none" spc="3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JavaScript</a:t>
              </a:r>
              <a:r>
                <a:rPr kumimoji="0" lang="zh-CN" altLang="en-US" sz="2000" b="0" i="0" u="none" strike="noStrike" kern="1200" cap="none" spc="3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，</a:t>
              </a:r>
              <a:r>
                <a:rPr kumimoji="0" lang="en-US" altLang="zh-CN" sz="2000" b="0" i="0" u="none" strike="noStrike" kern="1200" cap="none" spc="3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PHP</a:t>
              </a: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A2659102-3C68-48F3-BB71-34090AF3AD7A}"/>
                </a:ext>
              </a:extLst>
            </p:cNvPr>
            <p:cNvGrpSpPr/>
            <p:nvPr/>
          </p:nvGrpSpPr>
          <p:grpSpPr>
            <a:xfrm>
              <a:off x="-2022250" y="2444277"/>
              <a:ext cx="5984529" cy="1333189"/>
              <a:chOff x="-2360194" y="2276554"/>
              <a:chExt cx="5984529" cy="1333189"/>
            </a:xfrm>
          </p:grpSpPr>
          <p:sp>
            <p:nvSpPr>
              <p:cNvPr id="49" name="TextBox 13">
                <a:extLst>
                  <a:ext uri="{FF2B5EF4-FFF2-40B4-BE49-F238E27FC236}">
                    <a16:creationId xmlns:a16="http://schemas.microsoft.com/office/drawing/2014/main" id="{B9C184E4-B329-48E0-847A-273F9847C3B2}"/>
                  </a:ext>
                </a:extLst>
              </p:cNvPr>
              <p:cNvSpPr txBox="1"/>
              <p:nvPr/>
            </p:nvSpPr>
            <p:spPr>
              <a:xfrm>
                <a:off x="-2360194" y="2276554"/>
                <a:ext cx="1556084" cy="40729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lvl="0" algn="ctr" defTabSz="914332">
                  <a:lnSpc>
                    <a:spcPct val="150000"/>
                  </a:lnSpc>
                  <a:defRPr/>
                </a:pPr>
                <a:r>
                  <a:rPr lang="zh-CN" altLang="en-US" sz="2000" b="1" kern="0" dirty="0">
                    <a:solidFill>
                      <a:prstClr val="white"/>
                    </a:solidFill>
                    <a:cs typeface="+mn-ea"/>
                    <a:sym typeface="+mn-lt"/>
                  </a:rPr>
                  <a:t>开发语言</a:t>
                </a:r>
              </a:p>
            </p:txBody>
          </p:sp>
          <p:sp>
            <p:nvSpPr>
              <p:cNvPr id="50" name="TextBox 13">
                <a:extLst>
                  <a:ext uri="{FF2B5EF4-FFF2-40B4-BE49-F238E27FC236}">
                    <a16:creationId xmlns:a16="http://schemas.microsoft.com/office/drawing/2014/main" id="{B7CD2274-3AA7-4C0D-A5B3-56E10577F410}"/>
                  </a:ext>
                </a:extLst>
              </p:cNvPr>
              <p:cNvSpPr txBox="1"/>
              <p:nvPr/>
            </p:nvSpPr>
            <p:spPr>
              <a:xfrm>
                <a:off x="1338335" y="3283885"/>
                <a:ext cx="2286000" cy="32585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lvl="0" defTabSz="914332">
                  <a:lnSpc>
                    <a:spcPct val="150000"/>
                  </a:lnSpc>
                  <a:defRPr/>
                </a:pPr>
                <a:endParaRPr lang="zh-CN" altLang="en-US" sz="1600" kern="0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4E3641C1-CFD0-471E-99BB-AB00E940F37F}"/>
              </a:ext>
            </a:extLst>
          </p:cNvPr>
          <p:cNvGrpSpPr/>
          <p:nvPr/>
        </p:nvGrpSpPr>
        <p:grpSpPr>
          <a:xfrm>
            <a:off x="2844744" y="1924123"/>
            <a:ext cx="7979210" cy="3387225"/>
            <a:chOff x="-4016931" y="2018215"/>
            <a:chExt cx="7979210" cy="3387225"/>
          </a:xfrm>
        </p:grpSpPr>
        <p:sp>
          <p:nvSpPr>
            <p:cNvPr id="52" name="î$ľíḑe">
              <a:extLst>
                <a:ext uri="{FF2B5EF4-FFF2-40B4-BE49-F238E27FC236}">
                  <a16:creationId xmlns:a16="http://schemas.microsoft.com/office/drawing/2014/main" id="{9073780A-3E4F-47ED-95E7-8B5205D0F196}"/>
                </a:ext>
              </a:extLst>
            </p:cNvPr>
            <p:cNvSpPr/>
            <p:nvPr/>
          </p:nvSpPr>
          <p:spPr>
            <a:xfrm>
              <a:off x="-4016931" y="2018215"/>
              <a:ext cx="3409190" cy="3387225"/>
            </a:xfrm>
            <a:prstGeom prst="parallelogram">
              <a:avLst/>
            </a:prstGeom>
            <a:solidFill>
              <a:srgbClr val="40ABFA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0" dist="101600" dir="2700000" sx="102000" sy="102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30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Thinkphp</a:t>
              </a:r>
              <a:r>
                <a:rPr kumimoji="0" lang="zh-CN" altLang="en-US" sz="2000" b="0" i="0" u="none" strike="noStrike" kern="1200" cap="none" spc="3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，</a:t>
              </a:r>
              <a:endPara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30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Layui</a:t>
              </a:r>
              <a:endPara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5C6C889F-0942-4CF8-B213-DDD43FB579DA}"/>
                </a:ext>
              </a:extLst>
            </p:cNvPr>
            <p:cNvGrpSpPr/>
            <p:nvPr/>
          </p:nvGrpSpPr>
          <p:grpSpPr>
            <a:xfrm>
              <a:off x="-2982269" y="2417333"/>
              <a:ext cx="6944548" cy="2098797"/>
              <a:chOff x="-3320213" y="2249610"/>
              <a:chExt cx="6944548" cy="2098797"/>
            </a:xfrm>
          </p:grpSpPr>
          <p:sp>
            <p:nvSpPr>
              <p:cNvPr id="54" name="TextBox 13">
                <a:extLst>
                  <a:ext uri="{FF2B5EF4-FFF2-40B4-BE49-F238E27FC236}">
                    <a16:creationId xmlns:a16="http://schemas.microsoft.com/office/drawing/2014/main" id="{CC5BCC6B-C87F-4CE1-BA6A-286286928A59}"/>
                  </a:ext>
                </a:extLst>
              </p:cNvPr>
              <p:cNvSpPr txBox="1"/>
              <p:nvPr/>
            </p:nvSpPr>
            <p:spPr>
              <a:xfrm>
                <a:off x="-3320213" y="2249610"/>
                <a:ext cx="1556084" cy="40729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lvl="0" algn="ctr" defTabSz="914332">
                  <a:lnSpc>
                    <a:spcPct val="150000"/>
                  </a:lnSpc>
                  <a:defRPr/>
                </a:pPr>
                <a:r>
                  <a:rPr lang="zh-CN" altLang="en-US" sz="2000" b="1" kern="0" dirty="0">
                    <a:solidFill>
                      <a:prstClr val="white"/>
                    </a:solidFill>
                    <a:cs typeface="+mn-ea"/>
                    <a:sym typeface="+mn-lt"/>
                  </a:rPr>
                  <a:t>框架</a:t>
                </a:r>
              </a:p>
            </p:txBody>
          </p:sp>
          <p:sp>
            <p:nvSpPr>
              <p:cNvPr id="55" name="TextBox 13">
                <a:extLst>
                  <a:ext uri="{FF2B5EF4-FFF2-40B4-BE49-F238E27FC236}">
                    <a16:creationId xmlns:a16="http://schemas.microsoft.com/office/drawing/2014/main" id="{303B79A2-DA8C-4A36-BCC3-32E984877987}"/>
                  </a:ext>
                </a:extLst>
              </p:cNvPr>
              <p:cNvSpPr txBox="1"/>
              <p:nvPr/>
            </p:nvSpPr>
            <p:spPr>
              <a:xfrm>
                <a:off x="1338335" y="3283885"/>
                <a:ext cx="2286000" cy="1064522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lvl="0" defTabSz="914332">
                  <a:lnSpc>
                    <a:spcPct val="150000"/>
                  </a:lnSpc>
                  <a:defRPr/>
                </a:pPr>
                <a:r>
                  <a:rPr lang="zh-CN" altLang="en-US" sz="1600" kern="0" dirty="0">
                    <a:solidFill>
                      <a:prstClr val="white"/>
                    </a:solidFill>
                    <a:cs typeface="+mn-ea"/>
                    <a:sym typeface="+mn-lt"/>
                  </a:rPr>
                  <a:t>单击此处添加合适的文字加以说明，可调整文字大小或者颜色等属性。</a:t>
                </a:r>
              </a:p>
            </p:txBody>
          </p:sp>
        </p:grp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597F5AE-211E-4C3F-BD2A-135702298A45}"/>
              </a:ext>
            </a:extLst>
          </p:cNvPr>
          <p:cNvGrpSpPr/>
          <p:nvPr/>
        </p:nvGrpSpPr>
        <p:grpSpPr>
          <a:xfrm>
            <a:off x="7447547" y="216333"/>
            <a:ext cx="4166937" cy="529389"/>
            <a:chOff x="2021305" y="1980965"/>
            <a:chExt cx="3529263" cy="529389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33A38EB-9CEF-4512-B4E6-304E3D1411AC}"/>
                </a:ext>
              </a:extLst>
            </p:cNvPr>
            <p:cNvSpPr txBox="1"/>
            <p:nvPr/>
          </p:nvSpPr>
          <p:spPr>
            <a:xfrm>
              <a:off x="2239879" y="2107159"/>
              <a:ext cx="219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基于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二手书交易平台 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|</a:t>
              </a:r>
              <a:endParaRPr lang="zh-CN" altLang="en-US" sz="1200" dirty="0">
                <a:solidFill>
                  <a:srgbClr val="40ABFA"/>
                </a:solidFill>
                <a:cs typeface="+mn-ea"/>
                <a:sym typeface="+mn-lt"/>
              </a:endParaRP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9633E182-7602-4452-8FEC-FF12077E7D0F}"/>
                </a:ext>
              </a:extLst>
            </p:cNvPr>
            <p:cNvSpPr/>
            <p:nvPr/>
          </p:nvSpPr>
          <p:spPr>
            <a:xfrm>
              <a:off x="2021305" y="1980965"/>
              <a:ext cx="3529263" cy="52938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37" name="图形 36">
              <a:extLst>
                <a:ext uri="{FF2B5EF4-FFF2-40B4-BE49-F238E27FC236}">
                  <a16:creationId xmlns:a16="http://schemas.microsoft.com/office/drawing/2014/main" id="{FF687089-620F-4F22-B59F-FA422F51F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02870" y="2040119"/>
              <a:ext cx="411080" cy="411080"/>
            </a:xfrm>
            <a:prstGeom prst="rect">
              <a:avLst/>
            </a:prstGeom>
          </p:spPr>
        </p:pic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CA8AC947-AC9C-4EFD-BC6A-1264F24B8613}"/>
              </a:ext>
            </a:extLst>
          </p:cNvPr>
          <p:cNvGrpSpPr/>
          <p:nvPr/>
        </p:nvGrpSpPr>
        <p:grpSpPr>
          <a:xfrm>
            <a:off x="5435490" y="1908955"/>
            <a:ext cx="6986065" cy="3387225"/>
            <a:chOff x="-3023786" y="2003048"/>
            <a:chExt cx="6986065" cy="3387225"/>
          </a:xfrm>
        </p:grpSpPr>
        <p:sp>
          <p:nvSpPr>
            <p:cNvPr id="39" name="î$ľíḑe">
              <a:extLst>
                <a:ext uri="{FF2B5EF4-FFF2-40B4-BE49-F238E27FC236}">
                  <a16:creationId xmlns:a16="http://schemas.microsoft.com/office/drawing/2014/main" id="{C942DCB0-1E98-4E6E-BF7E-5223C894C01D}"/>
                </a:ext>
              </a:extLst>
            </p:cNvPr>
            <p:cNvSpPr/>
            <p:nvPr/>
          </p:nvSpPr>
          <p:spPr>
            <a:xfrm>
              <a:off x="-3023786" y="2003048"/>
              <a:ext cx="3409190" cy="3387225"/>
            </a:xfrm>
            <a:prstGeom prst="parallelogram">
              <a:avLst/>
            </a:prstGeom>
            <a:solidFill>
              <a:srgbClr val="3B5AA7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0" dist="101600" dir="2700000" sx="102000" sy="102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30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Mysql</a:t>
              </a:r>
              <a:endPara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3CF7033C-CC01-4F13-8352-922478F105D4}"/>
                </a:ext>
              </a:extLst>
            </p:cNvPr>
            <p:cNvGrpSpPr/>
            <p:nvPr/>
          </p:nvGrpSpPr>
          <p:grpSpPr>
            <a:xfrm>
              <a:off x="-2022250" y="2444277"/>
              <a:ext cx="5984529" cy="1333189"/>
              <a:chOff x="-2360194" y="2276554"/>
              <a:chExt cx="5984529" cy="1333189"/>
            </a:xfrm>
          </p:grpSpPr>
          <p:sp>
            <p:nvSpPr>
              <p:cNvPr id="41" name="TextBox 13">
                <a:extLst>
                  <a:ext uri="{FF2B5EF4-FFF2-40B4-BE49-F238E27FC236}">
                    <a16:creationId xmlns:a16="http://schemas.microsoft.com/office/drawing/2014/main" id="{88E6FFE6-794E-4B70-A6C1-E93BFD4C158D}"/>
                  </a:ext>
                </a:extLst>
              </p:cNvPr>
              <p:cNvSpPr txBox="1"/>
              <p:nvPr/>
            </p:nvSpPr>
            <p:spPr>
              <a:xfrm>
                <a:off x="-2360194" y="2276554"/>
                <a:ext cx="1556084" cy="40729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lvl="0" algn="ctr" defTabSz="914332">
                  <a:lnSpc>
                    <a:spcPct val="150000"/>
                  </a:lnSpc>
                  <a:defRPr/>
                </a:pPr>
                <a:r>
                  <a:rPr lang="zh-CN" altLang="en-US" sz="2000" b="1" kern="0" dirty="0">
                    <a:solidFill>
                      <a:prstClr val="white"/>
                    </a:solidFill>
                    <a:cs typeface="+mn-ea"/>
                    <a:sym typeface="+mn-lt"/>
                  </a:rPr>
                  <a:t>数据库</a:t>
                </a:r>
              </a:p>
            </p:txBody>
          </p:sp>
          <p:sp>
            <p:nvSpPr>
              <p:cNvPr id="42" name="TextBox 13">
                <a:extLst>
                  <a:ext uri="{FF2B5EF4-FFF2-40B4-BE49-F238E27FC236}">
                    <a16:creationId xmlns:a16="http://schemas.microsoft.com/office/drawing/2014/main" id="{07CB91F5-8844-4247-930E-D7B053DD6922}"/>
                  </a:ext>
                </a:extLst>
              </p:cNvPr>
              <p:cNvSpPr txBox="1"/>
              <p:nvPr/>
            </p:nvSpPr>
            <p:spPr>
              <a:xfrm>
                <a:off x="1338335" y="3283885"/>
                <a:ext cx="2286000" cy="32585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lvl="0" defTabSz="914332">
                  <a:lnSpc>
                    <a:spcPct val="150000"/>
                  </a:lnSpc>
                  <a:defRPr/>
                </a:pPr>
                <a:endParaRPr lang="zh-CN" altLang="en-US" sz="1600" kern="0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D1CFF34-B163-419C-B079-DAFD306A483E}"/>
              </a:ext>
            </a:extLst>
          </p:cNvPr>
          <p:cNvGrpSpPr/>
          <p:nvPr/>
        </p:nvGrpSpPr>
        <p:grpSpPr>
          <a:xfrm>
            <a:off x="8033512" y="1908954"/>
            <a:ext cx="7979210" cy="3387225"/>
            <a:chOff x="-4016931" y="2018215"/>
            <a:chExt cx="7979210" cy="3387225"/>
          </a:xfrm>
        </p:grpSpPr>
        <p:sp>
          <p:nvSpPr>
            <p:cNvPr id="44" name="î$ľíḑe">
              <a:extLst>
                <a:ext uri="{FF2B5EF4-FFF2-40B4-BE49-F238E27FC236}">
                  <a16:creationId xmlns:a16="http://schemas.microsoft.com/office/drawing/2014/main" id="{59C2BB0D-F47E-4947-A6AB-BE3D88CDACA2}"/>
                </a:ext>
              </a:extLst>
            </p:cNvPr>
            <p:cNvSpPr/>
            <p:nvPr/>
          </p:nvSpPr>
          <p:spPr>
            <a:xfrm>
              <a:off x="-4016931" y="2018215"/>
              <a:ext cx="3409190" cy="3387225"/>
            </a:xfrm>
            <a:prstGeom prst="parallelogram">
              <a:avLst/>
            </a:prstGeom>
            <a:solidFill>
              <a:srgbClr val="40ABFA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0" dist="101600" dir="2700000" sx="102000" sy="102000" algn="tl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30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Phpstudy</a:t>
              </a:r>
              <a:r>
                <a:rPr kumimoji="0" lang="zh-CN" altLang="en-US" sz="2000" b="0" i="0" u="none" strike="noStrike" kern="1200" cap="none" spc="3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本地服务器，</a:t>
              </a:r>
              <a:endPara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spc="300" dirty="0" err="1">
                  <a:solidFill>
                    <a:schemeClr val="bg1"/>
                  </a:solidFill>
                  <a:cs typeface="+mn-ea"/>
                  <a:sym typeface="+mn-lt"/>
                </a:rPr>
                <a:t>Gitee</a:t>
              </a:r>
              <a:r>
                <a:rPr lang="zh-CN" altLang="en-US" sz="2000" spc="300" dirty="0">
                  <a:solidFill>
                    <a:schemeClr val="bg1"/>
                  </a:solidFill>
                  <a:cs typeface="+mn-ea"/>
                  <a:sym typeface="+mn-lt"/>
                </a:rPr>
                <a:t>协作开发平台</a:t>
              </a:r>
              <a:endPara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68D3A3E6-A6CD-448A-8C86-FBCE67893ED9}"/>
                </a:ext>
              </a:extLst>
            </p:cNvPr>
            <p:cNvGrpSpPr/>
            <p:nvPr/>
          </p:nvGrpSpPr>
          <p:grpSpPr>
            <a:xfrm>
              <a:off x="-2982269" y="2417333"/>
              <a:ext cx="6944548" cy="2098797"/>
              <a:chOff x="-3320213" y="2249610"/>
              <a:chExt cx="6944548" cy="2098797"/>
            </a:xfrm>
          </p:grpSpPr>
          <p:sp>
            <p:nvSpPr>
              <p:cNvPr id="56" name="TextBox 13">
                <a:extLst>
                  <a:ext uri="{FF2B5EF4-FFF2-40B4-BE49-F238E27FC236}">
                    <a16:creationId xmlns:a16="http://schemas.microsoft.com/office/drawing/2014/main" id="{485DA28A-E9C5-47A5-9CA8-E1DC0A09166F}"/>
                  </a:ext>
                </a:extLst>
              </p:cNvPr>
              <p:cNvSpPr txBox="1"/>
              <p:nvPr/>
            </p:nvSpPr>
            <p:spPr>
              <a:xfrm>
                <a:off x="-3320213" y="2249610"/>
                <a:ext cx="1556084" cy="40729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lvl="0" algn="ctr" defTabSz="914332">
                  <a:lnSpc>
                    <a:spcPct val="150000"/>
                  </a:lnSpc>
                  <a:defRPr/>
                </a:pPr>
                <a:r>
                  <a:rPr lang="zh-CN" altLang="en-US" sz="2000" b="1" kern="0" dirty="0">
                    <a:solidFill>
                      <a:prstClr val="white"/>
                    </a:solidFill>
                    <a:cs typeface="+mn-ea"/>
                    <a:sym typeface="+mn-lt"/>
                  </a:rPr>
                  <a:t>开发工具</a:t>
                </a:r>
              </a:p>
            </p:txBody>
          </p:sp>
          <p:sp>
            <p:nvSpPr>
              <p:cNvPr id="57" name="TextBox 13">
                <a:extLst>
                  <a:ext uri="{FF2B5EF4-FFF2-40B4-BE49-F238E27FC236}">
                    <a16:creationId xmlns:a16="http://schemas.microsoft.com/office/drawing/2014/main" id="{58707A11-6B74-4316-9E11-B23D78F482EB}"/>
                  </a:ext>
                </a:extLst>
              </p:cNvPr>
              <p:cNvSpPr txBox="1"/>
              <p:nvPr/>
            </p:nvSpPr>
            <p:spPr>
              <a:xfrm>
                <a:off x="1338335" y="3283885"/>
                <a:ext cx="2286000" cy="1064522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lvl="0" defTabSz="914332">
                  <a:lnSpc>
                    <a:spcPct val="150000"/>
                  </a:lnSpc>
                  <a:defRPr/>
                </a:pPr>
                <a:r>
                  <a:rPr lang="zh-CN" altLang="en-US" sz="1600" kern="0" dirty="0">
                    <a:solidFill>
                      <a:prstClr val="white"/>
                    </a:solidFill>
                    <a:cs typeface="+mn-ea"/>
                    <a:sym typeface="+mn-lt"/>
                  </a:rPr>
                  <a:t>单击此处添加合适的文字加以说明，可调整文字大小或者颜色等属性。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64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C7DE375-CF15-4CFC-8610-28B834AD8EBA}"/>
              </a:ext>
            </a:extLst>
          </p:cNvPr>
          <p:cNvGrpSpPr/>
          <p:nvPr/>
        </p:nvGrpSpPr>
        <p:grpSpPr>
          <a:xfrm>
            <a:off x="-423990" y="217893"/>
            <a:ext cx="2647177" cy="732549"/>
            <a:chOff x="-423990" y="217893"/>
            <a:chExt cx="2647177" cy="73254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EC48D24-8D4A-4837-9382-CA2E337D0D3B}"/>
                </a:ext>
              </a:extLst>
            </p:cNvPr>
            <p:cNvSpPr/>
            <p:nvPr/>
          </p:nvSpPr>
          <p:spPr>
            <a:xfrm rot="2700000" flipH="1">
              <a:off x="-290379" y="217893"/>
              <a:ext cx="721788" cy="721788"/>
            </a:xfrm>
            <a:prstGeom prst="roundRect">
              <a:avLst/>
            </a:prstGeom>
            <a:solidFill>
              <a:srgbClr val="40AB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24D9AF7-7B1D-4967-8F86-63746E969DF7}"/>
                </a:ext>
              </a:extLst>
            </p:cNvPr>
            <p:cNvSpPr/>
            <p:nvPr/>
          </p:nvSpPr>
          <p:spPr>
            <a:xfrm rot="2700000" flipH="1">
              <a:off x="-423990" y="228654"/>
              <a:ext cx="721788" cy="721788"/>
            </a:xfrm>
            <a:prstGeom prst="roundRect">
              <a:avLst/>
            </a:prstGeom>
            <a:solidFill>
              <a:srgbClr val="3B5AA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67EB210-6E19-4CEF-8985-B82A0242AEAB}"/>
                </a:ext>
              </a:extLst>
            </p:cNvPr>
            <p:cNvSpPr/>
            <p:nvPr/>
          </p:nvSpPr>
          <p:spPr>
            <a:xfrm>
              <a:off x="602230" y="297160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srgbClr val="000000">
                      <a:lumMod val="75000"/>
                      <a:lumOff val="25000"/>
                    </a:srgbClr>
                  </a:solidFill>
                  <a:cs typeface="+mn-ea"/>
                  <a:sym typeface="+mn-lt"/>
                </a:rPr>
                <a:t>界面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设计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DB037A0-81C1-4FEF-B7F0-2E0D8AAFF04C}"/>
              </a:ext>
            </a:extLst>
          </p:cNvPr>
          <p:cNvGrpSpPr/>
          <p:nvPr/>
        </p:nvGrpSpPr>
        <p:grpSpPr>
          <a:xfrm>
            <a:off x="449180" y="6176210"/>
            <a:ext cx="577516" cy="336883"/>
            <a:chOff x="11101138" y="224590"/>
            <a:chExt cx="577516" cy="336883"/>
          </a:xfrm>
          <a:gradFill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30692D63-3225-4A67-9206-64FAA1E0C6CF}"/>
                </a:ext>
              </a:extLst>
            </p:cNvPr>
            <p:cNvGrpSpPr/>
            <p:nvPr/>
          </p:nvGrpSpPr>
          <p:grpSpPr>
            <a:xfrm>
              <a:off x="11101138" y="224590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CF6F01EF-A186-4E5F-97F5-1352BD0B8F8F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2256A513-61C0-405A-A2E8-E7CF28467506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CE565DEC-31D6-48CB-9A55-93B5E9F02E90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B3B868FD-552C-42FC-9C0D-E482C6006EF7}"/>
                </a:ext>
              </a:extLst>
            </p:cNvPr>
            <p:cNvGrpSpPr/>
            <p:nvPr/>
          </p:nvGrpSpPr>
          <p:grpSpPr>
            <a:xfrm>
              <a:off x="11101138" y="433137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C73E42E2-66FB-4775-8228-324E557AC480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AFA70D86-6543-480A-87E8-3738456D9008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11C2595D-C360-4FC9-8F7D-7F30704BBAA6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35828A00-358D-402F-AF1E-B3C7CC0F8E1D}"/>
              </a:ext>
            </a:extLst>
          </p:cNvPr>
          <p:cNvSpPr/>
          <p:nvPr/>
        </p:nvSpPr>
        <p:spPr>
          <a:xfrm flipV="1">
            <a:off x="10379242" y="4620506"/>
            <a:ext cx="1812757" cy="2237490"/>
          </a:xfrm>
          <a:custGeom>
            <a:avLst/>
            <a:gdLst>
              <a:gd name="connsiteX0" fmla="*/ 1267209 w 1267209"/>
              <a:gd name="connsiteY0" fmla="*/ 0 h 1620256"/>
              <a:gd name="connsiteX1" fmla="*/ 1267209 w 1267209"/>
              <a:gd name="connsiteY1" fmla="*/ 1620256 h 1620256"/>
              <a:gd name="connsiteX2" fmla="*/ 1244797 w 1267209"/>
              <a:gd name="connsiteY2" fmla="*/ 1613203 h 1620256"/>
              <a:gd name="connsiteX3" fmla="*/ 974486 w 1267209"/>
              <a:gd name="connsiteY3" fmla="*/ 1462269 h 1620256"/>
              <a:gd name="connsiteX4" fmla="*/ 799015 w 1267209"/>
              <a:gd name="connsiteY4" fmla="*/ 631459 h 1620256"/>
              <a:gd name="connsiteX5" fmla="*/ 51638 w 1267209"/>
              <a:gd name="connsiteY5" fmla="*/ 261537 h 1620256"/>
              <a:gd name="connsiteX6" fmla="*/ 0 w 1267209"/>
              <a:gd name="connsiteY6" fmla="*/ 71513 h 1620256"/>
              <a:gd name="connsiteX7" fmla="*/ 4845 w 1267209"/>
              <a:gd name="connsiteY7" fmla="*/ 0 h 162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7209" h="1620256">
                <a:moveTo>
                  <a:pt x="1267209" y="0"/>
                </a:moveTo>
                <a:lnTo>
                  <a:pt x="1267209" y="1620256"/>
                </a:lnTo>
                <a:lnTo>
                  <a:pt x="1244797" y="1613203"/>
                </a:lnTo>
                <a:cubicBezTo>
                  <a:pt x="1132041" y="1573564"/>
                  <a:pt x="1032319" y="1524229"/>
                  <a:pt x="974486" y="1462269"/>
                </a:cubicBezTo>
                <a:cubicBezTo>
                  <a:pt x="799015" y="1274276"/>
                  <a:pt x="952822" y="831581"/>
                  <a:pt x="799015" y="631459"/>
                </a:cubicBezTo>
                <a:cubicBezTo>
                  <a:pt x="645206" y="431338"/>
                  <a:pt x="163203" y="427295"/>
                  <a:pt x="51638" y="261537"/>
                </a:cubicBezTo>
                <a:cubicBezTo>
                  <a:pt x="16774" y="209737"/>
                  <a:pt x="1479" y="143034"/>
                  <a:pt x="0" y="71513"/>
                </a:cubicBezTo>
                <a:lnTo>
                  <a:pt x="4845" y="0"/>
                </a:lnTo>
                <a:close/>
              </a:path>
            </a:pathLst>
          </a:custGeom>
          <a:gradFill flip="none" rotWithShape="1"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27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8DFFDB06-8B08-4DC5-A42A-CB63A9D20B3D}"/>
              </a:ext>
            </a:extLst>
          </p:cNvPr>
          <p:cNvGrpSpPr/>
          <p:nvPr/>
        </p:nvGrpSpPr>
        <p:grpSpPr>
          <a:xfrm>
            <a:off x="7447547" y="216333"/>
            <a:ext cx="4166937" cy="529389"/>
            <a:chOff x="2021305" y="1980965"/>
            <a:chExt cx="3529263" cy="529389"/>
          </a:xfrm>
        </p:grpSpPr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6A094CC3-0362-4B20-99A4-17B4D1423C37}"/>
                </a:ext>
              </a:extLst>
            </p:cNvPr>
            <p:cNvSpPr txBox="1"/>
            <p:nvPr/>
          </p:nvSpPr>
          <p:spPr>
            <a:xfrm>
              <a:off x="2239879" y="2107159"/>
              <a:ext cx="219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基于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二手书交易平台 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|</a:t>
              </a:r>
              <a:endParaRPr lang="zh-CN" altLang="en-US" sz="1200" dirty="0">
                <a:solidFill>
                  <a:srgbClr val="40ABFA"/>
                </a:solidFill>
                <a:cs typeface="+mn-ea"/>
                <a:sym typeface="+mn-lt"/>
              </a:endParaRPr>
            </a:p>
          </p:txBody>
        </p:sp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6C0A857E-5205-464A-901B-48CFFBDD3CE9}"/>
                </a:ext>
              </a:extLst>
            </p:cNvPr>
            <p:cNvSpPr/>
            <p:nvPr/>
          </p:nvSpPr>
          <p:spPr>
            <a:xfrm>
              <a:off x="2021305" y="1980965"/>
              <a:ext cx="3529263" cy="52938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68" name="图形 67">
              <a:extLst>
                <a:ext uri="{FF2B5EF4-FFF2-40B4-BE49-F238E27FC236}">
                  <a16:creationId xmlns:a16="http://schemas.microsoft.com/office/drawing/2014/main" id="{9E3E597B-8ED5-4D22-B3B8-537FECCA6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02870" y="2040119"/>
              <a:ext cx="411080" cy="411080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780A65C-1984-42BD-9374-C986B439A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247" y="820380"/>
            <a:ext cx="9651782" cy="530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590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C7DE375-CF15-4CFC-8610-28B834AD8EBA}"/>
              </a:ext>
            </a:extLst>
          </p:cNvPr>
          <p:cNvGrpSpPr/>
          <p:nvPr/>
        </p:nvGrpSpPr>
        <p:grpSpPr>
          <a:xfrm>
            <a:off x="-423990" y="217893"/>
            <a:ext cx="2647177" cy="732549"/>
            <a:chOff x="-423990" y="217893"/>
            <a:chExt cx="2647177" cy="73254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EC48D24-8D4A-4837-9382-CA2E337D0D3B}"/>
                </a:ext>
              </a:extLst>
            </p:cNvPr>
            <p:cNvSpPr/>
            <p:nvPr/>
          </p:nvSpPr>
          <p:spPr>
            <a:xfrm rot="2700000" flipH="1">
              <a:off x="-290379" y="217893"/>
              <a:ext cx="721788" cy="721788"/>
            </a:xfrm>
            <a:prstGeom prst="roundRect">
              <a:avLst/>
            </a:prstGeom>
            <a:solidFill>
              <a:srgbClr val="40AB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24D9AF7-7B1D-4967-8F86-63746E969DF7}"/>
                </a:ext>
              </a:extLst>
            </p:cNvPr>
            <p:cNvSpPr/>
            <p:nvPr/>
          </p:nvSpPr>
          <p:spPr>
            <a:xfrm rot="2700000" flipH="1">
              <a:off x="-423990" y="228654"/>
              <a:ext cx="721788" cy="721788"/>
            </a:xfrm>
            <a:prstGeom prst="roundRect">
              <a:avLst/>
            </a:prstGeom>
            <a:solidFill>
              <a:srgbClr val="3B5AA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67EB210-6E19-4CEF-8985-B82A0242AEAB}"/>
                </a:ext>
              </a:extLst>
            </p:cNvPr>
            <p:cNvSpPr/>
            <p:nvPr/>
          </p:nvSpPr>
          <p:spPr>
            <a:xfrm>
              <a:off x="602230" y="297160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srgbClr val="000000">
                      <a:lumMod val="75000"/>
                      <a:lumOff val="25000"/>
                    </a:srgbClr>
                  </a:solidFill>
                  <a:cs typeface="+mn-ea"/>
                  <a:sym typeface="+mn-lt"/>
                </a:rPr>
                <a:t>界面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设计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DB037A0-81C1-4FEF-B7F0-2E0D8AAFF04C}"/>
              </a:ext>
            </a:extLst>
          </p:cNvPr>
          <p:cNvGrpSpPr/>
          <p:nvPr/>
        </p:nvGrpSpPr>
        <p:grpSpPr>
          <a:xfrm>
            <a:off x="449180" y="6176210"/>
            <a:ext cx="577516" cy="336883"/>
            <a:chOff x="11101138" y="224590"/>
            <a:chExt cx="577516" cy="336883"/>
          </a:xfrm>
          <a:gradFill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30692D63-3225-4A67-9206-64FAA1E0C6CF}"/>
                </a:ext>
              </a:extLst>
            </p:cNvPr>
            <p:cNvGrpSpPr/>
            <p:nvPr/>
          </p:nvGrpSpPr>
          <p:grpSpPr>
            <a:xfrm>
              <a:off x="11101138" y="224590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CF6F01EF-A186-4E5F-97F5-1352BD0B8F8F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2256A513-61C0-405A-A2E8-E7CF28467506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CE565DEC-31D6-48CB-9A55-93B5E9F02E90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B3B868FD-552C-42FC-9C0D-E482C6006EF7}"/>
                </a:ext>
              </a:extLst>
            </p:cNvPr>
            <p:cNvGrpSpPr/>
            <p:nvPr/>
          </p:nvGrpSpPr>
          <p:grpSpPr>
            <a:xfrm>
              <a:off x="11101138" y="433137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C73E42E2-66FB-4775-8228-324E557AC480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AFA70D86-6543-480A-87E8-3738456D9008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11C2595D-C360-4FC9-8F7D-7F30704BBAA6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35828A00-358D-402F-AF1E-B3C7CC0F8E1D}"/>
              </a:ext>
            </a:extLst>
          </p:cNvPr>
          <p:cNvSpPr/>
          <p:nvPr/>
        </p:nvSpPr>
        <p:spPr>
          <a:xfrm flipV="1">
            <a:off x="10379242" y="4620506"/>
            <a:ext cx="1812757" cy="2237490"/>
          </a:xfrm>
          <a:custGeom>
            <a:avLst/>
            <a:gdLst>
              <a:gd name="connsiteX0" fmla="*/ 1267209 w 1267209"/>
              <a:gd name="connsiteY0" fmla="*/ 0 h 1620256"/>
              <a:gd name="connsiteX1" fmla="*/ 1267209 w 1267209"/>
              <a:gd name="connsiteY1" fmla="*/ 1620256 h 1620256"/>
              <a:gd name="connsiteX2" fmla="*/ 1244797 w 1267209"/>
              <a:gd name="connsiteY2" fmla="*/ 1613203 h 1620256"/>
              <a:gd name="connsiteX3" fmla="*/ 974486 w 1267209"/>
              <a:gd name="connsiteY3" fmla="*/ 1462269 h 1620256"/>
              <a:gd name="connsiteX4" fmla="*/ 799015 w 1267209"/>
              <a:gd name="connsiteY4" fmla="*/ 631459 h 1620256"/>
              <a:gd name="connsiteX5" fmla="*/ 51638 w 1267209"/>
              <a:gd name="connsiteY5" fmla="*/ 261537 h 1620256"/>
              <a:gd name="connsiteX6" fmla="*/ 0 w 1267209"/>
              <a:gd name="connsiteY6" fmla="*/ 71513 h 1620256"/>
              <a:gd name="connsiteX7" fmla="*/ 4845 w 1267209"/>
              <a:gd name="connsiteY7" fmla="*/ 0 h 162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7209" h="1620256">
                <a:moveTo>
                  <a:pt x="1267209" y="0"/>
                </a:moveTo>
                <a:lnTo>
                  <a:pt x="1267209" y="1620256"/>
                </a:lnTo>
                <a:lnTo>
                  <a:pt x="1244797" y="1613203"/>
                </a:lnTo>
                <a:cubicBezTo>
                  <a:pt x="1132041" y="1573564"/>
                  <a:pt x="1032319" y="1524229"/>
                  <a:pt x="974486" y="1462269"/>
                </a:cubicBezTo>
                <a:cubicBezTo>
                  <a:pt x="799015" y="1274276"/>
                  <a:pt x="952822" y="831581"/>
                  <a:pt x="799015" y="631459"/>
                </a:cubicBezTo>
                <a:cubicBezTo>
                  <a:pt x="645206" y="431338"/>
                  <a:pt x="163203" y="427295"/>
                  <a:pt x="51638" y="261537"/>
                </a:cubicBezTo>
                <a:cubicBezTo>
                  <a:pt x="16774" y="209737"/>
                  <a:pt x="1479" y="143034"/>
                  <a:pt x="0" y="71513"/>
                </a:cubicBezTo>
                <a:lnTo>
                  <a:pt x="4845" y="0"/>
                </a:lnTo>
                <a:close/>
              </a:path>
            </a:pathLst>
          </a:custGeom>
          <a:gradFill flip="none" rotWithShape="1"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27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8DFFDB06-8B08-4DC5-A42A-CB63A9D20B3D}"/>
              </a:ext>
            </a:extLst>
          </p:cNvPr>
          <p:cNvGrpSpPr/>
          <p:nvPr/>
        </p:nvGrpSpPr>
        <p:grpSpPr>
          <a:xfrm>
            <a:off x="7447547" y="216333"/>
            <a:ext cx="4166937" cy="529389"/>
            <a:chOff x="2021305" y="1980965"/>
            <a:chExt cx="3529263" cy="529389"/>
          </a:xfrm>
        </p:grpSpPr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6A094CC3-0362-4B20-99A4-17B4D1423C37}"/>
                </a:ext>
              </a:extLst>
            </p:cNvPr>
            <p:cNvSpPr txBox="1"/>
            <p:nvPr/>
          </p:nvSpPr>
          <p:spPr>
            <a:xfrm>
              <a:off x="2239879" y="2107159"/>
              <a:ext cx="219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基于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二手书交易平台 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|</a:t>
              </a:r>
              <a:endParaRPr lang="zh-CN" altLang="en-US" sz="1200" dirty="0">
                <a:solidFill>
                  <a:srgbClr val="40ABFA"/>
                </a:solidFill>
                <a:cs typeface="+mn-ea"/>
                <a:sym typeface="+mn-lt"/>
              </a:endParaRPr>
            </a:p>
          </p:txBody>
        </p:sp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6C0A857E-5205-464A-901B-48CFFBDD3CE9}"/>
                </a:ext>
              </a:extLst>
            </p:cNvPr>
            <p:cNvSpPr/>
            <p:nvPr/>
          </p:nvSpPr>
          <p:spPr>
            <a:xfrm>
              <a:off x="2021305" y="1980965"/>
              <a:ext cx="3529263" cy="52938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68" name="图形 67">
              <a:extLst>
                <a:ext uri="{FF2B5EF4-FFF2-40B4-BE49-F238E27FC236}">
                  <a16:creationId xmlns:a16="http://schemas.microsoft.com/office/drawing/2014/main" id="{9E3E597B-8ED5-4D22-B3B8-537FECCA6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02870" y="2040119"/>
              <a:ext cx="411080" cy="411080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5C61B6C-C684-4C8D-9532-A8FF36D97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509" y="764504"/>
            <a:ext cx="4839399" cy="309763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0AA870F-A684-447F-8EE5-143784B9A1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5139" y="820380"/>
            <a:ext cx="4331751" cy="352700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1CFB211-E69A-47D4-B8CB-DCD52DEC70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0295" y="3936795"/>
            <a:ext cx="5436928" cy="274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8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C7DE375-CF15-4CFC-8610-28B834AD8EBA}"/>
              </a:ext>
            </a:extLst>
          </p:cNvPr>
          <p:cNvGrpSpPr/>
          <p:nvPr/>
        </p:nvGrpSpPr>
        <p:grpSpPr>
          <a:xfrm>
            <a:off x="-423990" y="217893"/>
            <a:ext cx="3006249" cy="732549"/>
            <a:chOff x="-423990" y="217893"/>
            <a:chExt cx="3006249" cy="73254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EC48D24-8D4A-4837-9382-CA2E337D0D3B}"/>
                </a:ext>
              </a:extLst>
            </p:cNvPr>
            <p:cNvSpPr/>
            <p:nvPr/>
          </p:nvSpPr>
          <p:spPr>
            <a:xfrm rot="2700000" flipH="1">
              <a:off x="-290379" y="217893"/>
              <a:ext cx="721788" cy="721788"/>
            </a:xfrm>
            <a:prstGeom prst="roundRect">
              <a:avLst/>
            </a:prstGeom>
            <a:solidFill>
              <a:srgbClr val="40AB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24D9AF7-7B1D-4967-8F86-63746E969DF7}"/>
                </a:ext>
              </a:extLst>
            </p:cNvPr>
            <p:cNvSpPr/>
            <p:nvPr/>
          </p:nvSpPr>
          <p:spPr>
            <a:xfrm rot="2700000" flipH="1">
              <a:off x="-423990" y="228654"/>
              <a:ext cx="721788" cy="721788"/>
            </a:xfrm>
            <a:prstGeom prst="roundRect">
              <a:avLst/>
            </a:prstGeom>
            <a:solidFill>
              <a:srgbClr val="3B5AA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67EB210-6E19-4CEF-8985-B82A0242AEAB}"/>
                </a:ext>
              </a:extLst>
            </p:cNvPr>
            <p:cNvSpPr/>
            <p:nvPr/>
          </p:nvSpPr>
          <p:spPr>
            <a:xfrm>
              <a:off x="602230" y="297160"/>
              <a:ext cx="198002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数据库设计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DB037A0-81C1-4FEF-B7F0-2E0D8AAFF04C}"/>
              </a:ext>
            </a:extLst>
          </p:cNvPr>
          <p:cNvGrpSpPr/>
          <p:nvPr/>
        </p:nvGrpSpPr>
        <p:grpSpPr>
          <a:xfrm>
            <a:off x="449180" y="6176210"/>
            <a:ext cx="577516" cy="336883"/>
            <a:chOff x="11101138" y="224590"/>
            <a:chExt cx="577516" cy="336883"/>
          </a:xfrm>
          <a:gradFill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30692D63-3225-4A67-9206-64FAA1E0C6CF}"/>
                </a:ext>
              </a:extLst>
            </p:cNvPr>
            <p:cNvGrpSpPr/>
            <p:nvPr/>
          </p:nvGrpSpPr>
          <p:grpSpPr>
            <a:xfrm>
              <a:off x="11101138" y="224590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CF6F01EF-A186-4E5F-97F5-1352BD0B8F8F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2256A513-61C0-405A-A2E8-E7CF28467506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CE565DEC-31D6-48CB-9A55-93B5E9F02E90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B3B868FD-552C-42FC-9C0D-E482C6006EF7}"/>
                </a:ext>
              </a:extLst>
            </p:cNvPr>
            <p:cNvGrpSpPr/>
            <p:nvPr/>
          </p:nvGrpSpPr>
          <p:grpSpPr>
            <a:xfrm>
              <a:off x="11101138" y="433137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C73E42E2-66FB-4775-8228-324E557AC480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AFA70D86-6543-480A-87E8-3738456D9008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11C2595D-C360-4FC9-8F7D-7F30704BBAA6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35828A00-358D-402F-AF1E-B3C7CC0F8E1D}"/>
              </a:ext>
            </a:extLst>
          </p:cNvPr>
          <p:cNvSpPr/>
          <p:nvPr/>
        </p:nvSpPr>
        <p:spPr>
          <a:xfrm flipV="1">
            <a:off x="10379242" y="4620506"/>
            <a:ext cx="1812757" cy="2237490"/>
          </a:xfrm>
          <a:custGeom>
            <a:avLst/>
            <a:gdLst>
              <a:gd name="connsiteX0" fmla="*/ 1267209 w 1267209"/>
              <a:gd name="connsiteY0" fmla="*/ 0 h 1620256"/>
              <a:gd name="connsiteX1" fmla="*/ 1267209 w 1267209"/>
              <a:gd name="connsiteY1" fmla="*/ 1620256 h 1620256"/>
              <a:gd name="connsiteX2" fmla="*/ 1244797 w 1267209"/>
              <a:gd name="connsiteY2" fmla="*/ 1613203 h 1620256"/>
              <a:gd name="connsiteX3" fmla="*/ 974486 w 1267209"/>
              <a:gd name="connsiteY3" fmla="*/ 1462269 h 1620256"/>
              <a:gd name="connsiteX4" fmla="*/ 799015 w 1267209"/>
              <a:gd name="connsiteY4" fmla="*/ 631459 h 1620256"/>
              <a:gd name="connsiteX5" fmla="*/ 51638 w 1267209"/>
              <a:gd name="connsiteY5" fmla="*/ 261537 h 1620256"/>
              <a:gd name="connsiteX6" fmla="*/ 0 w 1267209"/>
              <a:gd name="connsiteY6" fmla="*/ 71513 h 1620256"/>
              <a:gd name="connsiteX7" fmla="*/ 4845 w 1267209"/>
              <a:gd name="connsiteY7" fmla="*/ 0 h 162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7209" h="1620256">
                <a:moveTo>
                  <a:pt x="1267209" y="0"/>
                </a:moveTo>
                <a:lnTo>
                  <a:pt x="1267209" y="1620256"/>
                </a:lnTo>
                <a:lnTo>
                  <a:pt x="1244797" y="1613203"/>
                </a:lnTo>
                <a:cubicBezTo>
                  <a:pt x="1132041" y="1573564"/>
                  <a:pt x="1032319" y="1524229"/>
                  <a:pt x="974486" y="1462269"/>
                </a:cubicBezTo>
                <a:cubicBezTo>
                  <a:pt x="799015" y="1274276"/>
                  <a:pt x="952822" y="831581"/>
                  <a:pt x="799015" y="631459"/>
                </a:cubicBezTo>
                <a:cubicBezTo>
                  <a:pt x="645206" y="431338"/>
                  <a:pt x="163203" y="427295"/>
                  <a:pt x="51638" y="261537"/>
                </a:cubicBezTo>
                <a:cubicBezTo>
                  <a:pt x="16774" y="209737"/>
                  <a:pt x="1479" y="143034"/>
                  <a:pt x="0" y="71513"/>
                </a:cubicBezTo>
                <a:lnTo>
                  <a:pt x="4845" y="0"/>
                </a:lnTo>
                <a:close/>
              </a:path>
            </a:pathLst>
          </a:custGeom>
          <a:gradFill flip="none" rotWithShape="1"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27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8DFFDB06-8B08-4DC5-A42A-CB63A9D20B3D}"/>
              </a:ext>
            </a:extLst>
          </p:cNvPr>
          <p:cNvGrpSpPr/>
          <p:nvPr/>
        </p:nvGrpSpPr>
        <p:grpSpPr>
          <a:xfrm>
            <a:off x="7447547" y="216333"/>
            <a:ext cx="4166937" cy="529389"/>
            <a:chOff x="2021305" y="1980965"/>
            <a:chExt cx="3529263" cy="529389"/>
          </a:xfrm>
        </p:grpSpPr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6A094CC3-0362-4B20-99A4-17B4D1423C37}"/>
                </a:ext>
              </a:extLst>
            </p:cNvPr>
            <p:cNvSpPr txBox="1"/>
            <p:nvPr/>
          </p:nvSpPr>
          <p:spPr>
            <a:xfrm>
              <a:off x="2239879" y="2107159"/>
              <a:ext cx="219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基于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二手书交易平台 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|</a:t>
              </a:r>
              <a:endParaRPr lang="zh-CN" altLang="en-US" sz="1200" dirty="0">
                <a:solidFill>
                  <a:srgbClr val="40ABFA"/>
                </a:solidFill>
                <a:cs typeface="+mn-ea"/>
                <a:sym typeface="+mn-lt"/>
              </a:endParaRPr>
            </a:p>
          </p:txBody>
        </p:sp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6C0A857E-5205-464A-901B-48CFFBDD3CE9}"/>
                </a:ext>
              </a:extLst>
            </p:cNvPr>
            <p:cNvSpPr/>
            <p:nvPr/>
          </p:nvSpPr>
          <p:spPr>
            <a:xfrm>
              <a:off x="2021305" y="1980965"/>
              <a:ext cx="3529263" cy="52938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68" name="图形 67">
              <a:extLst>
                <a:ext uri="{FF2B5EF4-FFF2-40B4-BE49-F238E27FC236}">
                  <a16:creationId xmlns:a16="http://schemas.microsoft.com/office/drawing/2014/main" id="{9E3E597B-8ED5-4D22-B3B8-537FECCA6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02870" y="2040119"/>
              <a:ext cx="411080" cy="411080"/>
            </a:xfrm>
            <a:prstGeom prst="rect">
              <a:avLst/>
            </a:prstGeom>
          </p:spPr>
        </p:pic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27D363B1-48C7-4CA0-89AA-FF25F6FFE9B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441671" y="820380"/>
            <a:ext cx="8089344" cy="510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820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C7DE375-CF15-4CFC-8610-28B834AD8EBA}"/>
              </a:ext>
            </a:extLst>
          </p:cNvPr>
          <p:cNvGrpSpPr/>
          <p:nvPr/>
        </p:nvGrpSpPr>
        <p:grpSpPr>
          <a:xfrm>
            <a:off x="-423990" y="217893"/>
            <a:ext cx="2647177" cy="732549"/>
            <a:chOff x="-423990" y="217893"/>
            <a:chExt cx="2647177" cy="73254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EC48D24-8D4A-4837-9382-CA2E337D0D3B}"/>
                </a:ext>
              </a:extLst>
            </p:cNvPr>
            <p:cNvSpPr/>
            <p:nvPr/>
          </p:nvSpPr>
          <p:spPr>
            <a:xfrm rot="2700000" flipH="1">
              <a:off x="-290379" y="217893"/>
              <a:ext cx="721788" cy="721788"/>
            </a:xfrm>
            <a:prstGeom prst="roundRect">
              <a:avLst/>
            </a:prstGeom>
            <a:solidFill>
              <a:srgbClr val="40AB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24D9AF7-7B1D-4967-8F86-63746E969DF7}"/>
                </a:ext>
              </a:extLst>
            </p:cNvPr>
            <p:cNvSpPr/>
            <p:nvPr/>
          </p:nvSpPr>
          <p:spPr>
            <a:xfrm rot="2700000" flipH="1">
              <a:off x="-423990" y="228654"/>
              <a:ext cx="721788" cy="721788"/>
            </a:xfrm>
            <a:prstGeom prst="roundRect">
              <a:avLst/>
            </a:prstGeom>
            <a:solidFill>
              <a:srgbClr val="3B5AA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67EB210-6E19-4CEF-8985-B82A0242AEAB}"/>
                </a:ext>
              </a:extLst>
            </p:cNvPr>
            <p:cNvSpPr/>
            <p:nvPr/>
          </p:nvSpPr>
          <p:spPr>
            <a:xfrm>
              <a:off x="602230" y="297160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+mn-ea"/>
                  <a:sym typeface="+mn-lt"/>
                </a:rPr>
                <a:t>软件设计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07D77ED-C393-4DFC-BF8C-571E2180D0BD}"/>
              </a:ext>
            </a:extLst>
          </p:cNvPr>
          <p:cNvGrpSpPr/>
          <p:nvPr/>
        </p:nvGrpSpPr>
        <p:grpSpPr>
          <a:xfrm>
            <a:off x="449180" y="6176210"/>
            <a:ext cx="577516" cy="336883"/>
            <a:chOff x="11101138" y="224590"/>
            <a:chExt cx="577516" cy="336883"/>
          </a:xfrm>
          <a:gradFill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47F5C97A-759F-4ED1-9A77-E43C29406A6D}"/>
                </a:ext>
              </a:extLst>
            </p:cNvPr>
            <p:cNvGrpSpPr/>
            <p:nvPr/>
          </p:nvGrpSpPr>
          <p:grpSpPr>
            <a:xfrm>
              <a:off x="11101138" y="224590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3975A349-F426-43BA-AFDE-AE2F3A4E2497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58AC10A8-FBC4-4E23-BB75-0BD6BD2F8760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64A8BDAB-C345-405A-B0AB-925881ACED47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E14AB6CB-37B3-4C84-AB44-40869A41826B}"/>
                </a:ext>
              </a:extLst>
            </p:cNvPr>
            <p:cNvGrpSpPr/>
            <p:nvPr/>
          </p:nvGrpSpPr>
          <p:grpSpPr>
            <a:xfrm>
              <a:off x="11101138" y="433137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FD2C98D5-934A-4FAC-BAAD-C619AD07DDE5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E72DAFAA-A4B0-4BF2-AFD9-11E8BDA73898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38D31BC0-B0B4-4463-86A3-C484B983917E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FF8FF8BE-73BE-41DE-AE0B-F9E3C15EF289}"/>
              </a:ext>
            </a:extLst>
          </p:cNvPr>
          <p:cNvSpPr/>
          <p:nvPr/>
        </p:nvSpPr>
        <p:spPr>
          <a:xfrm flipV="1">
            <a:off x="10379243" y="4661176"/>
            <a:ext cx="1812757" cy="2237490"/>
          </a:xfrm>
          <a:custGeom>
            <a:avLst/>
            <a:gdLst>
              <a:gd name="connsiteX0" fmla="*/ 1267209 w 1267209"/>
              <a:gd name="connsiteY0" fmla="*/ 0 h 1620256"/>
              <a:gd name="connsiteX1" fmla="*/ 1267209 w 1267209"/>
              <a:gd name="connsiteY1" fmla="*/ 1620256 h 1620256"/>
              <a:gd name="connsiteX2" fmla="*/ 1244797 w 1267209"/>
              <a:gd name="connsiteY2" fmla="*/ 1613203 h 1620256"/>
              <a:gd name="connsiteX3" fmla="*/ 974486 w 1267209"/>
              <a:gd name="connsiteY3" fmla="*/ 1462269 h 1620256"/>
              <a:gd name="connsiteX4" fmla="*/ 799015 w 1267209"/>
              <a:gd name="connsiteY4" fmla="*/ 631459 h 1620256"/>
              <a:gd name="connsiteX5" fmla="*/ 51638 w 1267209"/>
              <a:gd name="connsiteY5" fmla="*/ 261537 h 1620256"/>
              <a:gd name="connsiteX6" fmla="*/ 0 w 1267209"/>
              <a:gd name="connsiteY6" fmla="*/ 71513 h 1620256"/>
              <a:gd name="connsiteX7" fmla="*/ 4845 w 1267209"/>
              <a:gd name="connsiteY7" fmla="*/ 0 h 162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7209" h="1620256">
                <a:moveTo>
                  <a:pt x="1267209" y="0"/>
                </a:moveTo>
                <a:lnTo>
                  <a:pt x="1267209" y="1620256"/>
                </a:lnTo>
                <a:lnTo>
                  <a:pt x="1244797" y="1613203"/>
                </a:lnTo>
                <a:cubicBezTo>
                  <a:pt x="1132041" y="1573564"/>
                  <a:pt x="1032319" y="1524229"/>
                  <a:pt x="974486" y="1462269"/>
                </a:cubicBezTo>
                <a:cubicBezTo>
                  <a:pt x="799015" y="1274276"/>
                  <a:pt x="952822" y="831581"/>
                  <a:pt x="799015" y="631459"/>
                </a:cubicBezTo>
                <a:cubicBezTo>
                  <a:pt x="645206" y="431338"/>
                  <a:pt x="163203" y="427295"/>
                  <a:pt x="51638" y="261537"/>
                </a:cubicBezTo>
                <a:cubicBezTo>
                  <a:pt x="16774" y="209737"/>
                  <a:pt x="1479" y="143034"/>
                  <a:pt x="0" y="71513"/>
                </a:cubicBezTo>
                <a:lnTo>
                  <a:pt x="4845" y="0"/>
                </a:lnTo>
                <a:close/>
              </a:path>
            </a:pathLst>
          </a:custGeom>
          <a:gradFill flip="none" rotWithShape="1"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27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315CA4F-7145-444A-873C-455D3036B259}"/>
              </a:ext>
            </a:extLst>
          </p:cNvPr>
          <p:cNvGrpSpPr/>
          <p:nvPr/>
        </p:nvGrpSpPr>
        <p:grpSpPr>
          <a:xfrm>
            <a:off x="-315216" y="578787"/>
            <a:ext cx="5723800" cy="4551825"/>
            <a:chOff x="28487" y="1218796"/>
            <a:chExt cx="6657463" cy="5181355"/>
          </a:xfrm>
        </p:grpSpPr>
        <p:grpSp>
          <p:nvGrpSpPr>
            <p:cNvPr id="42" name="Group 22">
              <a:extLst>
                <a:ext uri="{FF2B5EF4-FFF2-40B4-BE49-F238E27FC236}">
                  <a16:creationId xmlns:a16="http://schemas.microsoft.com/office/drawing/2014/main" id="{3E7DAF7E-9787-45E5-B427-BE7560B00942}"/>
                </a:ext>
              </a:extLst>
            </p:cNvPr>
            <p:cNvGrpSpPr/>
            <p:nvPr/>
          </p:nvGrpSpPr>
          <p:grpSpPr>
            <a:xfrm>
              <a:off x="28487" y="1218796"/>
              <a:ext cx="6657463" cy="5181355"/>
              <a:chOff x="2101597" y="594889"/>
              <a:chExt cx="4994398" cy="3886016"/>
            </a:xfrm>
          </p:grpSpPr>
          <p:pic>
            <p:nvPicPr>
              <p:cNvPr id="44" name="Picture 25">
                <a:extLst>
                  <a:ext uri="{FF2B5EF4-FFF2-40B4-BE49-F238E27FC236}">
                    <a16:creationId xmlns:a16="http://schemas.microsoft.com/office/drawing/2014/main" id="{2E39F6C2-0DC8-439B-8178-DE423EB100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01597" y="594889"/>
                <a:ext cx="4994398" cy="3886016"/>
              </a:xfrm>
              <a:prstGeom prst="rect">
                <a:avLst/>
              </a:prstGeom>
            </p:spPr>
          </p:pic>
          <p:sp>
            <p:nvSpPr>
              <p:cNvPr id="45" name="Rectangle 32">
                <a:extLst>
                  <a:ext uri="{FF2B5EF4-FFF2-40B4-BE49-F238E27FC236}">
                    <a16:creationId xmlns:a16="http://schemas.microsoft.com/office/drawing/2014/main" id="{5D1159E6-F4F4-437C-85F0-E186775BD02D}"/>
                  </a:ext>
                </a:extLst>
              </p:cNvPr>
              <p:cNvSpPr/>
              <p:nvPr/>
            </p:nvSpPr>
            <p:spPr>
              <a:xfrm>
                <a:off x="2908092" y="1313332"/>
                <a:ext cx="3310128" cy="2049481"/>
              </a:xfrm>
              <a:prstGeom prst="rect">
                <a:avLst/>
              </a:prstGeom>
              <a:gradFill>
                <a:gsLst>
                  <a:gs pos="0">
                    <a:srgbClr val="40ABFA"/>
                  </a:gs>
                  <a:gs pos="97000">
                    <a:srgbClr val="3B5AA7"/>
                  </a:gs>
                </a:gsLst>
                <a:lin ang="10800000" scaled="0"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217"/>
                <a:endParaRPr lang="en-US" dirty="0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</p:grpSp>
        <p:pic>
          <p:nvPicPr>
            <p:cNvPr id="3" name="图片 2" descr="卡通人物&#10;&#10;描述已自动生成">
              <a:extLst>
                <a:ext uri="{FF2B5EF4-FFF2-40B4-BE49-F238E27FC236}">
                  <a16:creationId xmlns:a16="http://schemas.microsoft.com/office/drawing/2014/main" id="{AA891B7B-200A-4142-A79F-702C6C0D3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9" y="2213810"/>
              <a:ext cx="3320716" cy="2648465"/>
            </a:xfrm>
            <a:prstGeom prst="rect">
              <a:avLst/>
            </a:prstGeom>
          </p:spPr>
        </p:pic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0CD75169-238A-451C-88CA-34F2E62D83B2}"/>
              </a:ext>
            </a:extLst>
          </p:cNvPr>
          <p:cNvGrpSpPr/>
          <p:nvPr/>
        </p:nvGrpSpPr>
        <p:grpSpPr>
          <a:xfrm>
            <a:off x="7447547" y="216333"/>
            <a:ext cx="4166937" cy="529389"/>
            <a:chOff x="2021305" y="1980965"/>
            <a:chExt cx="3529263" cy="529389"/>
          </a:xfrm>
        </p:grpSpPr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10FC3C6E-8FE0-481A-9E65-CB739585D33D}"/>
                </a:ext>
              </a:extLst>
            </p:cNvPr>
            <p:cNvSpPr txBox="1"/>
            <p:nvPr/>
          </p:nvSpPr>
          <p:spPr>
            <a:xfrm>
              <a:off x="2239879" y="2107159"/>
              <a:ext cx="219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基于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二手书交易平台 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|</a:t>
              </a:r>
              <a:endParaRPr lang="zh-CN" altLang="en-US" sz="1200" dirty="0">
                <a:solidFill>
                  <a:srgbClr val="40ABFA"/>
                </a:solidFill>
                <a:cs typeface="+mn-ea"/>
                <a:sym typeface="+mn-lt"/>
              </a:endParaRPr>
            </a:p>
          </p:txBody>
        </p:sp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BB9B459C-E124-4D92-ABB5-1B45278D4816}"/>
                </a:ext>
              </a:extLst>
            </p:cNvPr>
            <p:cNvSpPr/>
            <p:nvPr/>
          </p:nvSpPr>
          <p:spPr>
            <a:xfrm>
              <a:off x="2021305" y="1980965"/>
              <a:ext cx="3529263" cy="52938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66" name="图形 65">
              <a:extLst>
                <a:ext uri="{FF2B5EF4-FFF2-40B4-BE49-F238E27FC236}">
                  <a16:creationId xmlns:a16="http://schemas.microsoft.com/office/drawing/2014/main" id="{730D2529-36A8-4CF1-A811-7A7C93E4F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02870" y="2040119"/>
              <a:ext cx="411080" cy="411080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A6A4326-0CEC-4491-A8BD-D3E003BF37BA}"/>
              </a:ext>
            </a:extLst>
          </p:cNvPr>
          <p:cNvSpPr txBox="1"/>
          <p:nvPr/>
        </p:nvSpPr>
        <p:spPr>
          <a:xfrm>
            <a:off x="5533235" y="1951672"/>
            <a:ext cx="54228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充分利用</a:t>
            </a:r>
            <a:r>
              <a:rPr lang="en-US" altLang="zh-CN" dirty="0" err="1"/>
              <a:t>Thinkphp</a:t>
            </a:r>
            <a:r>
              <a:rPr lang="zh-CN" altLang="en-US" dirty="0"/>
              <a:t>的前后端分离特性及模块化开发，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提高开发效率和程序稳定性。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通过主体</a:t>
            </a:r>
            <a:r>
              <a:rPr lang="en-US" altLang="zh-CN" dirty="0"/>
              <a:t>div</a:t>
            </a:r>
            <a:r>
              <a:rPr lang="zh-CN" altLang="en-US" dirty="0"/>
              <a:t>内容的修改来实现独立页面的嵌入</a:t>
            </a:r>
          </a:p>
        </p:txBody>
      </p:sp>
    </p:spTree>
    <p:extLst>
      <p:ext uri="{BB962C8B-B14F-4D97-AF65-F5344CB8AC3E}">
        <p14:creationId xmlns:p14="http://schemas.microsoft.com/office/powerpoint/2010/main" val="1048513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7CF94C11-D7C5-4C89-9187-499D54CA6042}"/>
              </a:ext>
            </a:extLst>
          </p:cNvPr>
          <p:cNvSpPr/>
          <p:nvPr/>
        </p:nvSpPr>
        <p:spPr>
          <a:xfrm flipH="1">
            <a:off x="-3625516" y="2967789"/>
            <a:ext cx="15817516" cy="4309311"/>
          </a:xfrm>
          <a:custGeom>
            <a:avLst/>
            <a:gdLst>
              <a:gd name="connsiteX0" fmla="*/ 9262035 w 12192000"/>
              <a:gd name="connsiteY0" fmla="*/ 524 h 3733799"/>
              <a:gd name="connsiteX1" fmla="*/ 10724838 w 12192000"/>
              <a:gd name="connsiteY1" fmla="*/ 536169 h 3733799"/>
              <a:gd name="connsiteX2" fmla="*/ 12118293 w 12192000"/>
              <a:gd name="connsiteY2" fmla="*/ 1133797 h 3733799"/>
              <a:gd name="connsiteX3" fmla="*/ 12192000 w 12192000"/>
              <a:gd name="connsiteY3" fmla="*/ 1141226 h 3733799"/>
              <a:gd name="connsiteX4" fmla="*/ 12192000 w 12192000"/>
              <a:gd name="connsiteY4" fmla="*/ 3733799 h 3733799"/>
              <a:gd name="connsiteX5" fmla="*/ 0 w 12192000"/>
              <a:gd name="connsiteY5" fmla="*/ 3733799 h 3733799"/>
              <a:gd name="connsiteX6" fmla="*/ 0 w 12192000"/>
              <a:gd name="connsiteY6" fmla="*/ 2044617 h 3733799"/>
              <a:gd name="connsiteX7" fmla="*/ 59075 w 12192000"/>
              <a:gd name="connsiteY7" fmla="*/ 2081444 h 3733799"/>
              <a:gd name="connsiteX8" fmla="*/ 1327269 w 12192000"/>
              <a:gd name="connsiteY8" fmla="*/ 1977000 h 3733799"/>
              <a:gd name="connsiteX9" fmla="*/ 7250856 w 12192000"/>
              <a:gd name="connsiteY9" fmla="*/ 1395612 h 3733799"/>
              <a:gd name="connsiteX10" fmla="*/ 9262035 w 12192000"/>
              <a:gd name="connsiteY10" fmla="*/ 524 h 373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3733799">
                <a:moveTo>
                  <a:pt x="9262035" y="524"/>
                </a:moveTo>
                <a:cubicBezTo>
                  <a:pt x="9668911" y="-10661"/>
                  <a:pt x="10127283" y="157003"/>
                  <a:pt x="10724838" y="536169"/>
                </a:cubicBezTo>
                <a:cubicBezTo>
                  <a:pt x="11361364" y="914018"/>
                  <a:pt x="11800751" y="1086239"/>
                  <a:pt x="12118293" y="1133797"/>
                </a:cubicBezTo>
                <a:lnTo>
                  <a:pt x="12192000" y="1141226"/>
                </a:lnTo>
                <a:lnTo>
                  <a:pt x="12192000" y="3733799"/>
                </a:lnTo>
                <a:lnTo>
                  <a:pt x="0" y="3733799"/>
                </a:lnTo>
                <a:lnTo>
                  <a:pt x="0" y="2044617"/>
                </a:lnTo>
                <a:lnTo>
                  <a:pt x="59075" y="2081444"/>
                </a:lnTo>
                <a:cubicBezTo>
                  <a:pt x="383198" y="2264096"/>
                  <a:pt x="784719" y="2276054"/>
                  <a:pt x="1327269" y="1977000"/>
                </a:cubicBezTo>
                <a:cubicBezTo>
                  <a:pt x="3509642" y="965892"/>
                  <a:pt x="4437524" y="4188794"/>
                  <a:pt x="7250856" y="1395612"/>
                </a:cubicBezTo>
                <a:cubicBezTo>
                  <a:pt x="8048832" y="534591"/>
                  <a:pt x="8583909" y="19161"/>
                  <a:pt x="9262035" y="524"/>
                </a:cubicBezTo>
                <a:close/>
              </a:path>
            </a:pathLst>
          </a:custGeom>
          <a:gradFill flip="none" rotWithShape="1">
            <a:gsLst>
              <a:gs pos="700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wrap="square" lIns="80632" tIns="40316" rIns="80632" bIns="40316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" name="图片 3" descr="图片包含 游戏机, 乐高, 玩具&#10;&#10;描述已自动生成">
            <a:extLst>
              <a:ext uri="{FF2B5EF4-FFF2-40B4-BE49-F238E27FC236}">
                <a16:creationId xmlns:a16="http://schemas.microsoft.com/office/drawing/2014/main" id="{1B6B4506-D61D-4DE3-821C-FD034A1333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3" t="1839" r="20680" b="3129"/>
          <a:stretch/>
        </p:blipFill>
        <p:spPr>
          <a:xfrm>
            <a:off x="0" y="944827"/>
            <a:ext cx="4232293" cy="4968346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5009BD08-5833-491A-8F45-1A78D0A8F6F4}"/>
              </a:ext>
            </a:extLst>
          </p:cNvPr>
          <p:cNvGrpSpPr/>
          <p:nvPr/>
        </p:nvGrpSpPr>
        <p:grpSpPr>
          <a:xfrm>
            <a:off x="4272972" y="2395178"/>
            <a:ext cx="1611338" cy="1835927"/>
            <a:chOff x="6791582" y="879197"/>
            <a:chExt cx="1611338" cy="1835927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B126BA60-C337-444C-925C-F58E37F2609A}"/>
                </a:ext>
              </a:extLst>
            </p:cNvPr>
            <p:cNvGrpSpPr/>
            <p:nvPr/>
          </p:nvGrpSpPr>
          <p:grpSpPr>
            <a:xfrm>
              <a:off x="6791582" y="879197"/>
              <a:ext cx="1611338" cy="1835927"/>
              <a:chOff x="6791582" y="879197"/>
              <a:chExt cx="1611338" cy="1835927"/>
            </a:xfrm>
          </p:grpSpPr>
          <p:sp>
            <p:nvSpPr>
              <p:cNvPr id="11" name="菱形 10">
                <a:extLst>
                  <a:ext uri="{FF2B5EF4-FFF2-40B4-BE49-F238E27FC236}">
                    <a16:creationId xmlns:a16="http://schemas.microsoft.com/office/drawing/2014/main" id="{864041CC-4DE5-4724-BDD2-9F0A12A083C5}"/>
                  </a:ext>
                </a:extLst>
              </p:cNvPr>
              <p:cNvSpPr/>
              <p:nvPr/>
            </p:nvSpPr>
            <p:spPr>
              <a:xfrm>
                <a:off x="6791582" y="879197"/>
                <a:ext cx="1611338" cy="1611338"/>
              </a:xfrm>
              <a:prstGeom prst="diamond">
                <a:avLst/>
              </a:prstGeom>
              <a:solidFill>
                <a:srgbClr val="40AB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" name="菱形 11">
                <a:extLst>
                  <a:ext uri="{FF2B5EF4-FFF2-40B4-BE49-F238E27FC236}">
                    <a16:creationId xmlns:a16="http://schemas.microsoft.com/office/drawing/2014/main" id="{F248DF4A-41EE-4ED5-AF65-F515037FDAA5}"/>
                  </a:ext>
                </a:extLst>
              </p:cNvPr>
              <p:cNvSpPr/>
              <p:nvPr/>
            </p:nvSpPr>
            <p:spPr>
              <a:xfrm>
                <a:off x="6791582" y="1103786"/>
                <a:ext cx="1611338" cy="1611338"/>
              </a:xfrm>
              <a:prstGeom prst="diamond">
                <a:avLst/>
              </a:prstGeom>
              <a:solidFill>
                <a:srgbClr val="3B5A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6BA6146-AA3F-4AA1-9E53-1DC78BA1202B}"/>
                </a:ext>
              </a:extLst>
            </p:cNvPr>
            <p:cNvSpPr/>
            <p:nvPr/>
          </p:nvSpPr>
          <p:spPr>
            <a:xfrm>
              <a:off x="7063594" y="1457657"/>
              <a:ext cx="1085554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04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365373A9-7A76-4A05-BFAB-3B20E21B86C0}"/>
              </a:ext>
            </a:extLst>
          </p:cNvPr>
          <p:cNvSpPr txBox="1"/>
          <p:nvPr/>
        </p:nvSpPr>
        <p:spPr>
          <a:xfrm>
            <a:off x="6256421" y="2565919"/>
            <a:ext cx="4523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8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169567139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2" accel="21000" decel="79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C7DE375-CF15-4CFC-8610-28B834AD8EBA}"/>
              </a:ext>
            </a:extLst>
          </p:cNvPr>
          <p:cNvGrpSpPr/>
          <p:nvPr/>
        </p:nvGrpSpPr>
        <p:grpSpPr>
          <a:xfrm>
            <a:off x="-423990" y="217893"/>
            <a:ext cx="1929031" cy="732549"/>
            <a:chOff x="-423990" y="217893"/>
            <a:chExt cx="1929031" cy="73254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EC48D24-8D4A-4837-9382-CA2E337D0D3B}"/>
                </a:ext>
              </a:extLst>
            </p:cNvPr>
            <p:cNvSpPr/>
            <p:nvPr/>
          </p:nvSpPr>
          <p:spPr>
            <a:xfrm rot="2700000" flipH="1">
              <a:off x="-290379" y="217893"/>
              <a:ext cx="721788" cy="721788"/>
            </a:xfrm>
            <a:prstGeom prst="roundRect">
              <a:avLst/>
            </a:prstGeom>
            <a:solidFill>
              <a:srgbClr val="40AB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124D9AF7-7B1D-4967-8F86-63746E969DF7}"/>
                </a:ext>
              </a:extLst>
            </p:cNvPr>
            <p:cNvSpPr/>
            <p:nvPr/>
          </p:nvSpPr>
          <p:spPr>
            <a:xfrm rot="2700000" flipH="1">
              <a:off x="-423990" y="228654"/>
              <a:ext cx="721788" cy="721788"/>
            </a:xfrm>
            <a:prstGeom prst="roundRect">
              <a:avLst/>
            </a:prstGeom>
            <a:solidFill>
              <a:srgbClr val="3B5AA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67EB210-6E19-4CEF-8985-B82A0242AEAB}"/>
                </a:ext>
              </a:extLst>
            </p:cNvPr>
            <p:cNvSpPr/>
            <p:nvPr/>
          </p:nvSpPr>
          <p:spPr>
            <a:xfrm>
              <a:off x="602230" y="297160"/>
              <a:ext cx="90281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solidFill>
                    <a:srgbClr val="000000">
                      <a:lumMod val="75000"/>
                      <a:lumOff val="25000"/>
                    </a:srgbClr>
                  </a:solidFill>
                  <a:cs typeface="+mn-ea"/>
                  <a:sym typeface="+mn-lt"/>
                </a:rPr>
                <a:t>总结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1FE84D2-B8E9-4D67-8E63-E8BA5F0F213A}"/>
              </a:ext>
            </a:extLst>
          </p:cNvPr>
          <p:cNvGrpSpPr/>
          <p:nvPr/>
        </p:nvGrpSpPr>
        <p:grpSpPr>
          <a:xfrm>
            <a:off x="449180" y="6176210"/>
            <a:ext cx="577516" cy="336883"/>
            <a:chOff x="11101138" y="224590"/>
            <a:chExt cx="577516" cy="336883"/>
          </a:xfrm>
          <a:gradFill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727E7FEA-C227-4D80-A2EE-98E10494C269}"/>
                </a:ext>
              </a:extLst>
            </p:cNvPr>
            <p:cNvGrpSpPr/>
            <p:nvPr/>
          </p:nvGrpSpPr>
          <p:grpSpPr>
            <a:xfrm>
              <a:off x="11101138" y="224590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99F53071-555E-4F90-825E-30939571390C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9984047-F601-4707-89AF-2DCACD9925FF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7787E019-4D41-4E5C-93C2-A60E660C6695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23E015EE-3D66-4D5D-BCF2-F3DBE05E47DB}"/>
                </a:ext>
              </a:extLst>
            </p:cNvPr>
            <p:cNvGrpSpPr/>
            <p:nvPr/>
          </p:nvGrpSpPr>
          <p:grpSpPr>
            <a:xfrm>
              <a:off x="11101138" y="433137"/>
              <a:ext cx="577516" cy="128336"/>
              <a:chOff x="10138611" y="240632"/>
              <a:chExt cx="577516" cy="128336"/>
            </a:xfrm>
            <a:grpFill/>
          </p:grpSpPr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C8FC9BF4-400E-4F11-9DB0-5179AE66FE04}"/>
                  </a:ext>
                </a:extLst>
              </p:cNvPr>
              <p:cNvSpPr/>
              <p:nvPr/>
            </p:nvSpPr>
            <p:spPr>
              <a:xfrm>
                <a:off x="1013861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1A126B8C-9F83-4675-A36A-7E10F5EAA6BA}"/>
                  </a:ext>
                </a:extLst>
              </p:cNvPr>
              <p:cNvSpPr/>
              <p:nvPr/>
            </p:nvSpPr>
            <p:spPr>
              <a:xfrm>
                <a:off x="1036320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0505FE72-6DAA-48E6-8C53-7E8DD4CBFA38}"/>
                  </a:ext>
                </a:extLst>
              </p:cNvPr>
              <p:cNvSpPr/>
              <p:nvPr/>
            </p:nvSpPr>
            <p:spPr>
              <a:xfrm>
                <a:off x="10587791" y="240632"/>
                <a:ext cx="128336" cy="12833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55846DCE-F055-4FD6-9AC7-AEA987C43EC5}"/>
              </a:ext>
            </a:extLst>
          </p:cNvPr>
          <p:cNvSpPr/>
          <p:nvPr/>
        </p:nvSpPr>
        <p:spPr>
          <a:xfrm flipV="1">
            <a:off x="10820829" y="5165558"/>
            <a:ext cx="1371170" cy="1692438"/>
          </a:xfrm>
          <a:custGeom>
            <a:avLst/>
            <a:gdLst>
              <a:gd name="connsiteX0" fmla="*/ 1267209 w 1267209"/>
              <a:gd name="connsiteY0" fmla="*/ 0 h 1620256"/>
              <a:gd name="connsiteX1" fmla="*/ 1267209 w 1267209"/>
              <a:gd name="connsiteY1" fmla="*/ 1620256 h 1620256"/>
              <a:gd name="connsiteX2" fmla="*/ 1244797 w 1267209"/>
              <a:gd name="connsiteY2" fmla="*/ 1613203 h 1620256"/>
              <a:gd name="connsiteX3" fmla="*/ 974486 w 1267209"/>
              <a:gd name="connsiteY3" fmla="*/ 1462269 h 1620256"/>
              <a:gd name="connsiteX4" fmla="*/ 799015 w 1267209"/>
              <a:gd name="connsiteY4" fmla="*/ 631459 h 1620256"/>
              <a:gd name="connsiteX5" fmla="*/ 51638 w 1267209"/>
              <a:gd name="connsiteY5" fmla="*/ 261537 h 1620256"/>
              <a:gd name="connsiteX6" fmla="*/ 0 w 1267209"/>
              <a:gd name="connsiteY6" fmla="*/ 71513 h 1620256"/>
              <a:gd name="connsiteX7" fmla="*/ 4845 w 1267209"/>
              <a:gd name="connsiteY7" fmla="*/ 0 h 162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7209" h="1620256">
                <a:moveTo>
                  <a:pt x="1267209" y="0"/>
                </a:moveTo>
                <a:lnTo>
                  <a:pt x="1267209" y="1620256"/>
                </a:lnTo>
                <a:lnTo>
                  <a:pt x="1244797" y="1613203"/>
                </a:lnTo>
                <a:cubicBezTo>
                  <a:pt x="1132041" y="1573564"/>
                  <a:pt x="1032319" y="1524229"/>
                  <a:pt x="974486" y="1462269"/>
                </a:cubicBezTo>
                <a:cubicBezTo>
                  <a:pt x="799015" y="1274276"/>
                  <a:pt x="952822" y="831581"/>
                  <a:pt x="799015" y="631459"/>
                </a:cubicBezTo>
                <a:cubicBezTo>
                  <a:pt x="645206" y="431338"/>
                  <a:pt x="163203" y="427295"/>
                  <a:pt x="51638" y="261537"/>
                </a:cubicBezTo>
                <a:cubicBezTo>
                  <a:pt x="16774" y="209737"/>
                  <a:pt x="1479" y="143034"/>
                  <a:pt x="0" y="71513"/>
                </a:cubicBezTo>
                <a:lnTo>
                  <a:pt x="4845" y="0"/>
                </a:lnTo>
                <a:close/>
              </a:path>
            </a:pathLst>
          </a:custGeom>
          <a:gradFill flip="none" rotWithShape="1"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27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sp>
        <p:nvSpPr>
          <p:cNvPr id="62" name="文本">
            <a:extLst>
              <a:ext uri="{FF2B5EF4-FFF2-40B4-BE49-F238E27FC236}">
                <a16:creationId xmlns:a16="http://schemas.microsoft.com/office/drawing/2014/main" id="{AAA44EBB-4115-46A6-87E5-B3E5FE778577}"/>
              </a:ext>
            </a:extLst>
          </p:cNvPr>
          <p:cNvSpPr txBox="1"/>
          <p:nvPr/>
        </p:nvSpPr>
        <p:spPr>
          <a:xfrm>
            <a:off x="1625694" y="2353729"/>
            <a:ext cx="1891337" cy="364436"/>
          </a:xfrm>
          <a:prstGeom prst="rect">
            <a:avLst/>
          </a:prstGeom>
          <a:noFill/>
          <a:ln>
            <a:noFill/>
          </a:ln>
        </p:spPr>
        <p:txBody>
          <a:bodyPr lIns="45725" tIns="22856" rIns="45725" bIns="22856" anchor="ctr" anchorCtr="0">
            <a:noAutofit/>
          </a:bodyPr>
          <a:lstStyle/>
          <a:p>
            <a:pPr lvl="0" algn="ctr" defTabSz="914332">
              <a:lnSpc>
                <a:spcPct val="150000"/>
              </a:lnSpc>
              <a:defRPr/>
            </a:pP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0" name="文本">
            <a:extLst>
              <a:ext uri="{FF2B5EF4-FFF2-40B4-BE49-F238E27FC236}">
                <a16:creationId xmlns:a16="http://schemas.microsoft.com/office/drawing/2014/main" id="{54A884D1-A905-4A7D-9420-33975A27B796}"/>
              </a:ext>
            </a:extLst>
          </p:cNvPr>
          <p:cNvSpPr txBox="1"/>
          <p:nvPr/>
        </p:nvSpPr>
        <p:spPr>
          <a:xfrm>
            <a:off x="1699499" y="1271219"/>
            <a:ext cx="7047662" cy="39444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algn="ctr" defTabSz="914332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希望书伴平台能够真正惠及有二手书交易需求的同学，提高二手书的利用率，以书会友，以书为伴</a:t>
            </a:r>
            <a:endParaRPr lang="en-US" altLang="zh-CN" sz="2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  <a:p>
            <a:pPr algn="ctr" defTabSz="914332">
              <a:lnSpc>
                <a:spcPct val="150000"/>
              </a:lnSpc>
              <a:defRPr/>
            </a:pPr>
            <a:endParaRPr lang="en-US" altLang="zh-CN" sz="2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  <a:p>
            <a:pPr algn="ctr" defTabSz="914332">
              <a:lnSpc>
                <a:spcPct val="150000"/>
              </a:lnSpc>
              <a:defRPr/>
            </a:pPr>
            <a:endParaRPr lang="en-US" altLang="zh-CN" sz="2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  <a:p>
            <a:pPr algn="ctr" defTabSz="914332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同时也感谢各位评委老师的认真负责，我们指导老师的耐心指导，以及感谢一同奋战的队友对作品的贡献。</a:t>
            </a:r>
            <a:endParaRPr lang="en-US" altLang="zh-CN" sz="2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EC98FF4-C651-4920-A81B-24F511794604}"/>
              </a:ext>
            </a:extLst>
          </p:cNvPr>
          <p:cNvGrpSpPr/>
          <p:nvPr/>
        </p:nvGrpSpPr>
        <p:grpSpPr>
          <a:xfrm>
            <a:off x="7447547" y="216333"/>
            <a:ext cx="4166937" cy="529389"/>
            <a:chOff x="2021305" y="1980965"/>
            <a:chExt cx="3529263" cy="529389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851361F-9F17-49D8-9C3A-C7FAD6DB377F}"/>
                </a:ext>
              </a:extLst>
            </p:cNvPr>
            <p:cNvSpPr txBox="1"/>
            <p:nvPr/>
          </p:nvSpPr>
          <p:spPr>
            <a:xfrm>
              <a:off x="2239879" y="2107159"/>
              <a:ext cx="219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基于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二手书交易平台 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|</a:t>
              </a:r>
              <a:endParaRPr lang="zh-CN" altLang="en-US" sz="1200" dirty="0">
                <a:solidFill>
                  <a:srgbClr val="40ABFA"/>
                </a:solidFill>
                <a:cs typeface="+mn-ea"/>
                <a:sym typeface="+mn-lt"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93E62FB1-106B-4370-B82A-0D9526A18504}"/>
                </a:ext>
              </a:extLst>
            </p:cNvPr>
            <p:cNvSpPr/>
            <p:nvPr/>
          </p:nvSpPr>
          <p:spPr>
            <a:xfrm>
              <a:off x="2021305" y="1980965"/>
              <a:ext cx="3529263" cy="52938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40" name="图形 39">
              <a:extLst>
                <a:ext uri="{FF2B5EF4-FFF2-40B4-BE49-F238E27FC236}">
                  <a16:creationId xmlns:a16="http://schemas.microsoft.com/office/drawing/2014/main" id="{948BDC8A-0910-4915-BBA6-49F1658207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02870" y="2040119"/>
              <a:ext cx="411080" cy="4110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66076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20000" decel="8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7EA7F755-9FE8-43CB-97D5-2B3B580C23E2}"/>
              </a:ext>
            </a:extLst>
          </p:cNvPr>
          <p:cNvSpPr/>
          <p:nvPr/>
        </p:nvSpPr>
        <p:spPr>
          <a:xfrm>
            <a:off x="-514350" y="3676650"/>
            <a:ext cx="13696950" cy="3600450"/>
          </a:xfrm>
          <a:custGeom>
            <a:avLst/>
            <a:gdLst>
              <a:gd name="connsiteX0" fmla="*/ 9262035 w 12192000"/>
              <a:gd name="connsiteY0" fmla="*/ 524 h 3733799"/>
              <a:gd name="connsiteX1" fmla="*/ 10724838 w 12192000"/>
              <a:gd name="connsiteY1" fmla="*/ 536169 h 3733799"/>
              <a:gd name="connsiteX2" fmla="*/ 12118293 w 12192000"/>
              <a:gd name="connsiteY2" fmla="*/ 1133797 h 3733799"/>
              <a:gd name="connsiteX3" fmla="*/ 12192000 w 12192000"/>
              <a:gd name="connsiteY3" fmla="*/ 1141226 h 3733799"/>
              <a:gd name="connsiteX4" fmla="*/ 12192000 w 12192000"/>
              <a:gd name="connsiteY4" fmla="*/ 3733799 h 3733799"/>
              <a:gd name="connsiteX5" fmla="*/ 0 w 12192000"/>
              <a:gd name="connsiteY5" fmla="*/ 3733799 h 3733799"/>
              <a:gd name="connsiteX6" fmla="*/ 0 w 12192000"/>
              <a:gd name="connsiteY6" fmla="*/ 2044617 h 3733799"/>
              <a:gd name="connsiteX7" fmla="*/ 59075 w 12192000"/>
              <a:gd name="connsiteY7" fmla="*/ 2081444 h 3733799"/>
              <a:gd name="connsiteX8" fmla="*/ 1327269 w 12192000"/>
              <a:gd name="connsiteY8" fmla="*/ 1977000 h 3733799"/>
              <a:gd name="connsiteX9" fmla="*/ 7250856 w 12192000"/>
              <a:gd name="connsiteY9" fmla="*/ 1395612 h 3733799"/>
              <a:gd name="connsiteX10" fmla="*/ 9262035 w 12192000"/>
              <a:gd name="connsiteY10" fmla="*/ 524 h 373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3733799">
                <a:moveTo>
                  <a:pt x="9262035" y="524"/>
                </a:moveTo>
                <a:cubicBezTo>
                  <a:pt x="9668911" y="-10661"/>
                  <a:pt x="10127283" y="157003"/>
                  <a:pt x="10724838" y="536169"/>
                </a:cubicBezTo>
                <a:cubicBezTo>
                  <a:pt x="11361364" y="914018"/>
                  <a:pt x="11800751" y="1086239"/>
                  <a:pt x="12118293" y="1133797"/>
                </a:cubicBezTo>
                <a:lnTo>
                  <a:pt x="12192000" y="1141226"/>
                </a:lnTo>
                <a:lnTo>
                  <a:pt x="12192000" y="3733799"/>
                </a:lnTo>
                <a:lnTo>
                  <a:pt x="0" y="3733799"/>
                </a:lnTo>
                <a:lnTo>
                  <a:pt x="0" y="2044617"/>
                </a:lnTo>
                <a:lnTo>
                  <a:pt x="59075" y="2081444"/>
                </a:lnTo>
                <a:cubicBezTo>
                  <a:pt x="383198" y="2264096"/>
                  <a:pt x="784719" y="2276054"/>
                  <a:pt x="1327269" y="1977000"/>
                </a:cubicBezTo>
                <a:cubicBezTo>
                  <a:pt x="3509642" y="965892"/>
                  <a:pt x="4437524" y="4188794"/>
                  <a:pt x="7250856" y="1395612"/>
                </a:cubicBezTo>
                <a:cubicBezTo>
                  <a:pt x="8048832" y="534591"/>
                  <a:pt x="8583909" y="19161"/>
                  <a:pt x="9262035" y="524"/>
                </a:cubicBezTo>
                <a:close/>
              </a:path>
            </a:pathLst>
          </a:custGeom>
          <a:gradFill flip="none" rotWithShape="1">
            <a:gsLst>
              <a:gs pos="700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36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wrap="square" lIns="80632" tIns="40316" rIns="80632" bIns="40316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35FB8B7-B025-4F6E-9F2D-86FC8B60E47E}"/>
              </a:ext>
            </a:extLst>
          </p:cNvPr>
          <p:cNvSpPr/>
          <p:nvPr/>
        </p:nvSpPr>
        <p:spPr>
          <a:xfrm rot="16200000">
            <a:off x="559862" y="-559870"/>
            <a:ext cx="1147227" cy="2266949"/>
          </a:xfrm>
          <a:custGeom>
            <a:avLst/>
            <a:gdLst>
              <a:gd name="connsiteX0" fmla="*/ 1267209 w 1267209"/>
              <a:gd name="connsiteY0" fmla="*/ 0 h 1620256"/>
              <a:gd name="connsiteX1" fmla="*/ 1267209 w 1267209"/>
              <a:gd name="connsiteY1" fmla="*/ 1620256 h 1620256"/>
              <a:gd name="connsiteX2" fmla="*/ 1244797 w 1267209"/>
              <a:gd name="connsiteY2" fmla="*/ 1613203 h 1620256"/>
              <a:gd name="connsiteX3" fmla="*/ 974486 w 1267209"/>
              <a:gd name="connsiteY3" fmla="*/ 1462269 h 1620256"/>
              <a:gd name="connsiteX4" fmla="*/ 799015 w 1267209"/>
              <a:gd name="connsiteY4" fmla="*/ 631459 h 1620256"/>
              <a:gd name="connsiteX5" fmla="*/ 51638 w 1267209"/>
              <a:gd name="connsiteY5" fmla="*/ 261537 h 1620256"/>
              <a:gd name="connsiteX6" fmla="*/ 0 w 1267209"/>
              <a:gd name="connsiteY6" fmla="*/ 71513 h 1620256"/>
              <a:gd name="connsiteX7" fmla="*/ 4845 w 1267209"/>
              <a:gd name="connsiteY7" fmla="*/ 0 h 162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7209" h="1620256">
                <a:moveTo>
                  <a:pt x="1267209" y="0"/>
                </a:moveTo>
                <a:lnTo>
                  <a:pt x="1267209" y="1620256"/>
                </a:lnTo>
                <a:lnTo>
                  <a:pt x="1244797" y="1613203"/>
                </a:lnTo>
                <a:cubicBezTo>
                  <a:pt x="1132041" y="1573564"/>
                  <a:pt x="1032319" y="1524229"/>
                  <a:pt x="974486" y="1462269"/>
                </a:cubicBezTo>
                <a:cubicBezTo>
                  <a:pt x="799015" y="1274276"/>
                  <a:pt x="952822" y="831581"/>
                  <a:pt x="799015" y="631459"/>
                </a:cubicBezTo>
                <a:cubicBezTo>
                  <a:pt x="645206" y="431338"/>
                  <a:pt x="163203" y="427295"/>
                  <a:pt x="51638" y="261537"/>
                </a:cubicBezTo>
                <a:cubicBezTo>
                  <a:pt x="16774" y="209737"/>
                  <a:pt x="1479" y="143034"/>
                  <a:pt x="0" y="71513"/>
                </a:cubicBezTo>
                <a:lnTo>
                  <a:pt x="4845" y="0"/>
                </a:lnTo>
                <a:close/>
              </a:path>
            </a:pathLst>
          </a:custGeom>
          <a:gradFill flip="none" rotWithShape="1">
            <a:gsLst>
              <a:gs pos="0">
                <a:srgbClr val="3A4692"/>
              </a:gs>
              <a:gs pos="100000">
                <a:srgbClr val="0070C0">
                  <a:lumMod val="60000"/>
                  <a:lumOff val="40000"/>
                </a:srgbClr>
              </a:gs>
            </a:gsLst>
            <a:lin ang="2700000" scaled="0"/>
            <a:tileRect/>
          </a:gra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lIns="80632" tIns="40316" rIns="80632" bIns="4031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645EEFF-7201-459C-81A7-E0BD5845E0BA}"/>
              </a:ext>
            </a:extLst>
          </p:cNvPr>
          <p:cNvGrpSpPr/>
          <p:nvPr/>
        </p:nvGrpSpPr>
        <p:grpSpPr>
          <a:xfrm>
            <a:off x="5121307" y="-960422"/>
            <a:ext cx="1214468" cy="575138"/>
            <a:chOff x="5561058" y="2003170"/>
            <a:chExt cx="1309433" cy="620111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870F7A87-3F36-460C-ACF8-BADE10C56F3D}"/>
                </a:ext>
              </a:extLst>
            </p:cNvPr>
            <p:cNvSpPr/>
            <p:nvPr/>
          </p:nvSpPr>
          <p:spPr>
            <a:xfrm>
              <a:off x="5561058" y="2003170"/>
              <a:ext cx="619886" cy="620110"/>
            </a:xfrm>
            <a:prstGeom prst="ellipse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>
              <a:outerShdw blurRad="139700" dist="38100" dir="5400000" algn="t" rotWithShape="0">
                <a:prstClr val="black">
                  <a:alpha val="22000"/>
                </a:prstClr>
              </a:outerShdw>
            </a:effectLst>
          </p:spPr>
          <p:txBody>
            <a:bodyPr lIns="80632" tIns="40316" rIns="80632" bIns="4031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0FD9815A-6B4F-4B98-81CC-A00AF840F842}"/>
                </a:ext>
              </a:extLst>
            </p:cNvPr>
            <p:cNvSpPr/>
            <p:nvPr/>
          </p:nvSpPr>
          <p:spPr>
            <a:xfrm>
              <a:off x="6250605" y="2003171"/>
              <a:ext cx="619886" cy="620110"/>
            </a:xfrm>
            <a:prstGeom prst="ellipse">
              <a:avLst/>
            </a:prstGeom>
            <a:gradFill flip="none" rotWithShape="1">
              <a:gsLst>
                <a:gs pos="0">
                  <a:srgbClr val="0070C0">
                    <a:lumMod val="67000"/>
                  </a:srgbClr>
                </a:gs>
                <a:gs pos="48000">
                  <a:srgbClr val="0070C0">
                    <a:lumMod val="97000"/>
                    <a:lumOff val="3000"/>
                  </a:srgbClr>
                </a:gs>
                <a:gs pos="100000">
                  <a:srgbClr val="0070C0">
                    <a:lumMod val="60000"/>
                    <a:lumOff val="40000"/>
                  </a:srgbClr>
                </a:gs>
              </a:gsLst>
              <a:lin ang="162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39700" dist="38100" dir="5400000" algn="t" rotWithShape="0">
                <a:prstClr val="black">
                  <a:alpha val="22000"/>
                </a:prstClr>
              </a:outerShdw>
            </a:effectLst>
          </p:spPr>
          <p:txBody>
            <a:bodyPr lIns="80632" tIns="40316" rIns="80632" bIns="4031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AA4CEAF9-0499-4119-87DB-101C119DA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770" y="1237940"/>
            <a:ext cx="5441229" cy="4339699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14C7BA1C-E3C6-4A15-A985-F195668E1B45}"/>
              </a:ext>
            </a:extLst>
          </p:cNvPr>
          <p:cNvSpPr txBox="1"/>
          <p:nvPr/>
        </p:nvSpPr>
        <p:spPr>
          <a:xfrm>
            <a:off x="517734" y="1639436"/>
            <a:ext cx="64321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0" dirty="0">
                <a:solidFill>
                  <a:srgbClr val="3B5AA7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  <a:cs typeface="+mn-ea"/>
                <a:sym typeface="+mn-lt"/>
              </a:rPr>
              <a:t>谢谢大家</a:t>
            </a:r>
            <a:endParaRPr kumimoji="0" lang="zh-CN" altLang="en-US" sz="8000" b="0" i="0" u="none" strike="noStrike" kern="1200" cap="none" spc="0" normalizeH="0" baseline="0" noProof="0" dirty="0">
              <a:ln>
                <a:noFill/>
              </a:ln>
              <a:solidFill>
                <a:srgbClr val="3B5AA7"/>
              </a:solidFill>
              <a:effectLst/>
              <a:uLnTx/>
              <a:uFillTx/>
              <a:latin typeface="方正正黑简体" panose="02000000000000000000" pitchFamily="2" charset="-122"/>
              <a:ea typeface="方正正黑简体" panose="02000000000000000000" pitchFamily="2" charset="-122"/>
              <a:cs typeface="+mn-ea"/>
              <a:sym typeface="+mn-lt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F2EC602-1979-4867-97E3-40EC5E39FB58}"/>
              </a:ext>
            </a:extLst>
          </p:cNvPr>
          <p:cNvGrpSpPr/>
          <p:nvPr/>
        </p:nvGrpSpPr>
        <p:grpSpPr>
          <a:xfrm>
            <a:off x="7447547" y="216333"/>
            <a:ext cx="4166937" cy="529389"/>
            <a:chOff x="2021305" y="1980965"/>
            <a:chExt cx="3529263" cy="529389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FD38CA8-096A-4DF8-BE5B-908F934D5C86}"/>
                </a:ext>
              </a:extLst>
            </p:cNvPr>
            <p:cNvSpPr txBox="1"/>
            <p:nvPr/>
          </p:nvSpPr>
          <p:spPr>
            <a:xfrm>
              <a:off x="2239879" y="2107159"/>
              <a:ext cx="21977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基于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WEB</a:t>
              </a:r>
              <a:r>
                <a:rPr lang="zh-CN" altLang="en-US" sz="1200" dirty="0">
                  <a:solidFill>
                    <a:srgbClr val="40ABFA"/>
                  </a:solidFill>
                  <a:cs typeface="+mn-ea"/>
                  <a:sym typeface="+mn-lt"/>
                </a:rPr>
                <a:t>二手书交易平台 </a:t>
              </a:r>
              <a:r>
                <a:rPr lang="en-US" altLang="zh-CN" sz="1200" dirty="0">
                  <a:solidFill>
                    <a:srgbClr val="40ABFA"/>
                  </a:solidFill>
                  <a:cs typeface="+mn-ea"/>
                  <a:sym typeface="+mn-lt"/>
                </a:rPr>
                <a:t>|</a:t>
              </a:r>
              <a:endParaRPr lang="zh-CN" altLang="en-US" sz="1200" dirty="0">
                <a:solidFill>
                  <a:srgbClr val="40ABFA"/>
                </a:solidFill>
                <a:cs typeface="+mn-ea"/>
                <a:sym typeface="+mn-lt"/>
              </a:endParaRP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1E711931-A667-4B59-9587-A8AD8CA3C8B4}"/>
                </a:ext>
              </a:extLst>
            </p:cNvPr>
            <p:cNvSpPr/>
            <p:nvPr/>
          </p:nvSpPr>
          <p:spPr>
            <a:xfrm>
              <a:off x="2021305" y="1980965"/>
              <a:ext cx="3529263" cy="52938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20" name="图形 19">
              <a:extLst>
                <a:ext uri="{FF2B5EF4-FFF2-40B4-BE49-F238E27FC236}">
                  <a16:creationId xmlns:a16="http://schemas.microsoft.com/office/drawing/2014/main" id="{56F39232-AA5E-45FD-83AE-0655C96E2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02870" y="2040119"/>
              <a:ext cx="411080" cy="4110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14552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50"/>
                            </p:stCondLst>
                            <p:childTnLst>
                              <p:par>
                                <p:cTn id="25" presetID="2" presetClass="entr" presetSubtype="2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8" grpId="0" animBg="1"/>
      <p:bldP spid="25" grpId="0"/>
    </p:bldLst>
  </p:timing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hytglhw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492</Words>
  <Application>Microsoft Office PowerPoint</Application>
  <PresentationFormat>宽屏</PresentationFormat>
  <Paragraphs>97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-apple-system</vt:lpstr>
      <vt:lpstr>方正正黑简体</vt:lpstr>
      <vt:lpstr>思源宋体 CN</vt:lpstr>
      <vt:lpstr>微软雅黑</vt:lpstr>
      <vt:lpstr>Arial</vt:lpstr>
      <vt:lpstr>Calibri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蓝色渐变</dc:title>
  <dc:creator>第一PPT</dc:creator>
  <cp:keywords>www.1ppt.com</cp:keywords>
  <dc:description>www.1ppt.com</dc:description>
  <cp:lastModifiedBy>马 浩天</cp:lastModifiedBy>
  <cp:revision>148</cp:revision>
  <dcterms:created xsi:type="dcterms:W3CDTF">2021-02-03T06:47:38Z</dcterms:created>
  <dcterms:modified xsi:type="dcterms:W3CDTF">2021-04-28T06:22:55Z</dcterms:modified>
</cp:coreProperties>
</file>